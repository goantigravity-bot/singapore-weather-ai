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74" r:id="rId3"/>
    <p:sldId id="288" r:id="rId4"/>
    <p:sldId id="289" r:id="rId5"/>
    <p:sldId id="287" r:id="rId6"/>
    <p:sldId id="278" r:id="rId7"/>
    <p:sldId id="280" r:id="rId8"/>
    <p:sldId id="277" r:id="rId9"/>
    <p:sldId id="272" r:id="rId10"/>
    <p:sldId id="281" r:id="rId11"/>
    <p:sldId id="282" r:id="rId12"/>
    <p:sldId id="283" r:id="rId13"/>
    <p:sldId id="284" r:id="rId14"/>
    <p:sldId id="279" r:id="rId15"/>
    <p:sldId id="286" r:id="rId16"/>
    <p:sldId id="285"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D1E413-8DF5-4696-BD86-A446840A0C29}">
          <p14:sldIdLst>
            <p14:sldId id="257"/>
            <p14:sldId id="274"/>
            <p14:sldId id="288"/>
            <p14:sldId id="289"/>
            <p14:sldId id="287"/>
            <p14:sldId id="278"/>
            <p14:sldId id="280"/>
            <p14:sldId id="277"/>
            <p14:sldId id="272"/>
            <p14:sldId id="281"/>
            <p14:sldId id="282"/>
            <p14:sldId id="283"/>
            <p14:sldId id="284"/>
            <p14:sldId id="279"/>
            <p14:sldId id="286"/>
            <p14:sldId id="285"/>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8"/>
    <p:restoredTop sz="94657"/>
  </p:normalViewPr>
  <p:slideViewPr>
    <p:cSldViewPr snapToGrid="0">
      <p:cViewPr varScale="1">
        <p:scale>
          <a:sx n="170" d="100"/>
          <a:sy n="170" d="100"/>
        </p:scale>
        <p:origin x="1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1" Type="http://schemas.openxmlformats.org/officeDocument/2006/relationships/hyperlink" Target="http://data.gov.sg/"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data.gov.sg/"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07F30C-3BCB-1144-8490-FE6C09746081}" type="doc">
      <dgm:prSet loTypeId="urn:microsoft.com/office/officeart/2005/8/layout/lProcess2" loCatId="" qsTypeId="urn:microsoft.com/office/officeart/2005/8/quickstyle/simple1" qsCatId="simple" csTypeId="urn:microsoft.com/office/officeart/2005/8/colors/accent1_2" csCatId="accent1" phldr="1"/>
      <dgm:spPr/>
      <dgm:t>
        <a:bodyPr/>
        <a:lstStyle/>
        <a:p>
          <a:endParaRPr lang="en-GB"/>
        </a:p>
      </dgm:t>
    </dgm:pt>
    <dgm:pt modelId="{11D93249-0C52-E640-90CF-462BFBEB7CF3}">
      <dgm:prSet phldrT="[Text]" custT="1"/>
      <dgm:spPr/>
      <dgm:t>
        <a:bodyPr/>
        <a:lstStyle/>
        <a:p>
          <a:pPr>
            <a:buNone/>
          </a:pPr>
          <a:r>
            <a:rPr lang="en-SG" sz="1400" b="1" i="0" dirty="0">
              <a:solidFill>
                <a:schemeClr val="tx1"/>
              </a:solidFill>
              <a:effectLst/>
              <a:latin typeface="+mn-lt"/>
            </a:rPr>
            <a:t>🏛️ Public Trust &amp; Service Excellence</a:t>
          </a:r>
          <a:endParaRPr lang="en-GB" sz="1400" dirty="0">
            <a:solidFill>
              <a:schemeClr val="tx1"/>
            </a:solidFill>
            <a:latin typeface="+mn-lt"/>
          </a:endParaRPr>
        </a:p>
      </dgm:t>
    </dgm:pt>
    <dgm:pt modelId="{0A59D981-5F20-F440-8B66-94A6A2C30D8D}" type="parTrans" cxnId="{1E9E38D8-5949-6144-9D1B-D1CBD37289C7}">
      <dgm:prSet/>
      <dgm:spPr/>
      <dgm:t>
        <a:bodyPr/>
        <a:lstStyle/>
        <a:p>
          <a:endParaRPr lang="en-GB"/>
        </a:p>
      </dgm:t>
    </dgm:pt>
    <dgm:pt modelId="{2D19595A-68B0-AD4E-96D5-7BF535A9C63F}" type="sibTrans" cxnId="{1E9E38D8-5949-6144-9D1B-D1CBD37289C7}">
      <dgm:prSet/>
      <dgm:spPr/>
      <dgm:t>
        <a:bodyPr/>
        <a:lstStyle/>
        <a:p>
          <a:endParaRPr lang="en-GB"/>
        </a:p>
      </dgm:t>
    </dgm:pt>
    <dgm:pt modelId="{DBADDBA0-BA73-9645-99EF-BFFB8FD2DBD4}">
      <dgm:prSet phldrT="[Text]"/>
      <dgm:spPr/>
      <dgm:t>
        <a:bodyPr/>
        <a:lstStyle/>
        <a:p>
          <a:pPr>
            <a:buNone/>
          </a:pPr>
          <a:r>
            <a:rPr lang="en-SG" b="1" i="0" dirty="0"/>
            <a:t>5K</a:t>
          </a:r>
        </a:p>
        <a:p>
          <a:pPr>
            <a:buNone/>
          </a:pPr>
          <a:r>
            <a:rPr lang="en-SG" b="0" i="0" dirty="0"/>
            <a:t>Monthly Active</a:t>
          </a:r>
          <a:br>
            <a:rPr lang="en-SG" b="0" i="0" dirty="0"/>
          </a:br>
          <a:r>
            <a:rPr lang="en-SG" b="0" i="0" dirty="0"/>
            <a:t>Users (12 </a:t>
          </a:r>
          <a:r>
            <a:rPr lang="en-SG" b="0" i="0" dirty="0" err="1"/>
            <a:t>mths</a:t>
          </a:r>
          <a:r>
            <a:rPr lang="en-SG" b="0" i="0" dirty="0"/>
            <a:t>)</a:t>
          </a:r>
        </a:p>
        <a:p>
          <a:pPr>
            <a:buNone/>
          </a:pPr>
          <a:r>
            <a:rPr lang="en-SG" b="0" i="1" dirty="0"/>
            <a:t>App analytics</a:t>
          </a:r>
          <a:endParaRPr lang="en-GB" dirty="0"/>
        </a:p>
      </dgm:t>
    </dgm:pt>
    <dgm:pt modelId="{0FD572E0-7914-4941-944C-4FF6DFAD75A2}" type="parTrans" cxnId="{77056EFE-1CCB-C846-871D-9474E38E2C06}">
      <dgm:prSet/>
      <dgm:spPr/>
      <dgm:t>
        <a:bodyPr/>
        <a:lstStyle/>
        <a:p>
          <a:endParaRPr lang="en-GB"/>
        </a:p>
      </dgm:t>
    </dgm:pt>
    <dgm:pt modelId="{900793FD-8947-9C44-974D-CF81E50E65D4}" type="sibTrans" cxnId="{77056EFE-1CCB-C846-871D-9474E38E2C06}">
      <dgm:prSet/>
      <dgm:spPr/>
      <dgm:t>
        <a:bodyPr/>
        <a:lstStyle/>
        <a:p>
          <a:endParaRPr lang="en-GB"/>
        </a:p>
      </dgm:t>
    </dgm:pt>
    <dgm:pt modelId="{C2A5A793-3D07-3A40-B0EA-C3EDD413D662}">
      <dgm:prSet phldrT="[Text]"/>
      <dgm:spPr/>
      <dgm:t>
        <a:bodyPr/>
        <a:lstStyle/>
        <a:p>
          <a:pPr>
            <a:buNone/>
          </a:pPr>
          <a:r>
            <a:rPr lang="en-SG" b="1" i="0" dirty="0"/>
            <a:t>&lt;0.5mm</a:t>
          </a:r>
        </a:p>
        <a:p>
          <a:pPr>
            <a:buNone/>
          </a:pPr>
          <a:r>
            <a:rPr lang="en-SG" b="0" i="0" dirty="0"/>
            <a:t>Forecast vs Actual</a:t>
          </a:r>
          <a:br>
            <a:rPr lang="en-SG" b="0" i="0" dirty="0"/>
          </a:br>
          <a:r>
            <a:rPr lang="en-SG" b="0" i="0" dirty="0"/>
            <a:t>Deviation (MAE)</a:t>
          </a:r>
        </a:p>
        <a:p>
          <a:pPr>
            <a:buNone/>
          </a:pPr>
          <a:r>
            <a:rPr lang="en-SG" b="0" i="1" dirty="0"/>
            <a:t>Prediction vs actual readings</a:t>
          </a:r>
          <a:endParaRPr lang="en-GB" dirty="0"/>
        </a:p>
      </dgm:t>
    </dgm:pt>
    <dgm:pt modelId="{0CEC32C7-7022-4644-A507-B14D9F67804C}" type="parTrans" cxnId="{D89C9C80-D75C-F144-9259-DBEF9EEA47B6}">
      <dgm:prSet/>
      <dgm:spPr/>
      <dgm:t>
        <a:bodyPr/>
        <a:lstStyle/>
        <a:p>
          <a:endParaRPr lang="en-GB"/>
        </a:p>
      </dgm:t>
    </dgm:pt>
    <dgm:pt modelId="{DA786E52-55AC-514B-8800-FBB15BC1E346}" type="sibTrans" cxnId="{D89C9C80-D75C-F144-9259-DBEF9EEA47B6}">
      <dgm:prSet/>
      <dgm:spPr/>
      <dgm:t>
        <a:bodyPr/>
        <a:lstStyle/>
        <a:p>
          <a:endParaRPr lang="en-GB"/>
        </a:p>
      </dgm:t>
    </dgm:pt>
    <dgm:pt modelId="{65075525-8DC1-554A-935F-08B335D57311}">
      <dgm:prSet phldrT="[Text]"/>
      <dgm:spPr/>
      <dgm:t>
        <a:bodyPr/>
        <a:lstStyle/>
        <a:p>
          <a:pPr>
            <a:buNone/>
          </a:pPr>
          <a:r>
            <a:rPr lang="en-SG" b="1" i="0" dirty="0"/>
            <a:t>⚙️ Operational Efficiency</a:t>
          </a:r>
          <a:endParaRPr lang="en-GB" dirty="0"/>
        </a:p>
      </dgm:t>
    </dgm:pt>
    <dgm:pt modelId="{AA427B2B-4969-FD4D-9AF7-B56AEAFE1A0F}" type="parTrans" cxnId="{7820659A-272F-9245-8443-7114A90BCFDE}">
      <dgm:prSet/>
      <dgm:spPr/>
      <dgm:t>
        <a:bodyPr/>
        <a:lstStyle/>
        <a:p>
          <a:endParaRPr lang="en-GB"/>
        </a:p>
      </dgm:t>
    </dgm:pt>
    <dgm:pt modelId="{81C699FC-F3DC-B844-A7D0-857ADCE9A803}" type="sibTrans" cxnId="{7820659A-272F-9245-8443-7114A90BCFDE}">
      <dgm:prSet/>
      <dgm:spPr/>
      <dgm:t>
        <a:bodyPr/>
        <a:lstStyle/>
        <a:p>
          <a:endParaRPr lang="en-GB"/>
        </a:p>
      </dgm:t>
    </dgm:pt>
    <dgm:pt modelId="{572CE4AE-5A19-264E-8011-0AE46230FE29}">
      <dgm:prSet phldrT="[Text]"/>
      <dgm:spPr/>
      <dgm:t>
        <a:bodyPr/>
        <a:lstStyle/>
        <a:p>
          <a:pPr>
            <a:buNone/>
          </a:pPr>
          <a:r>
            <a:rPr lang="en-SG" b="1" i="0" dirty="0"/>
            <a:t>≥90%</a:t>
          </a:r>
        </a:p>
        <a:p>
          <a:pPr>
            <a:buNone/>
          </a:pPr>
          <a:r>
            <a:rPr lang="en-SG" b="0" i="0" dirty="0"/>
            <a:t>Forecasting</a:t>
          </a:r>
          <a:br>
            <a:rPr lang="en-SG" b="0" i="0" dirty="0"/>
          </a:br>
          <a:r>
            <a:rPr lang="en-SG" b="0" i="0" dirty="0"/>
            <a:t>Automation Rate</a:t>
          </a:r>
        </a:p>
        <a:p>
          <a:pPr>
            <a:buNone/>
          </a:pPr>
          <a:r>
            <a:rPr lang="en-SG" b="0" i="1" dirty="0"/>
            <a:t>No manual intervention</a:t>
          </a:r>
          <a:endParaRPr lang="en-GB" dirty="0"/>
        </a:p>
      </dgm:t>
    </dgm:pt>
    <dgm:pt modelId="{57980427-F5B3-A348-970B-B017426F593D}" type="parTrans" cxnId="{8ECE9CFA-49E6-F949-9994-CC34363AF046}">
      <dgm:prSet/>
      <dgm:spPr/>
      <dgm:t>
        <a:bodyPr/>
        <a:lstStyle/>
        <a:p>
          <a:endParaRPr lang="en-GB"/>
        </a:p>
      </dgm:t>
    </dgm:pt>
    <dgm:pt modelId="{A26CA7D2-FFE6-6541-A9E1-457107E4C2A8}" type="sibTrans" cxnId="{8ECE9CFA-49E6-F949-9994-CC34363AF046}">
      <dgm:prSet/>
      <dgm:spPr/>
      <dgm:t>
        <a:bodyPr/>
        <a:lstStyle/>
        <a:p>
          <a:endParaRPr lang="en-GB"/>
        </a:p>
      </dgm:t>
    </dgm:pt>
    <dgm:pt modelId="{712C5897-5F91-E04D-BDE5-441BAEB79E8A}">
      <dgm:prSet phldrT="[Text]"/>
      <dgm:spPr/>
      <dgm:t>
        <a:bodyPr/>
        <a:lstStyle/>
        <a:p>
          <a:pPr>
            <a:buNone/>
          </a:pPr>
          <a:r>
            <a:rPr lang="en-SG" b="1" i="0" dirty="0"/>
            <a:t>99.5%</a:t>
          </a:r>
        </a:p>
        <a:p>
          <a:pPr>
            <a:buNone/>
          </a:pPr>
          <a:r>
            <a:rPr lang="en-SG" b="0" i="0" dirty="0"/>
            <a:t>Pipeline</a:t>
          </a:r>
          <a:br>
            <a:rPr lang="en-SG" b="0" i="0" dirty="0"/>
          </a:br>
          <a:r>
            <a:rPr lang="en-SG" b="0" i="0" dirty="0"/>
            <a:t>Uptime</a:t>
          </a:r>
        </a:p>
        <a:p>
          <a:pPr>
            <a:buNone/>
          </a:pPr>
          <a:r>
            <a:rPr lang="en-SG" b="0" i="1" dirty="0"/>
            <a:t>Monitoring dashboard</a:t>
          </a:r>
          <a:endParaRPr lang="en-GB" dirty="0"/>
        </a:p>
      </dgm:t>
    </dgm:pt>
    <dgm:pt modelId="{632BD5BF-CE11-0B4A-8C10-27248019B55B}" type="parTrans" cxnId="{E5BE1257-23C9-2A44-925C-4A42674FC9AC}">
      <dgm:prSet/>
      <dgm:spPr/>
      <dgm:t>
        <a:bodyPr/>
        <a:lstStyle/>
        <a:p>
          <a:endParaRPr lang="en-GB"/>
        </a:p>
      </dgm:t>
    </dgm:pt>
    <dgm:pt modelId="{35702FA5-B5B9-534E-B355-6FD824970580}" type="sibTrans" cxnId="{E5BE1257-23C9-2A44-925C-4A42674FC9AC}">
      <dgm:prSet/>
      <dgm:spPr/>
      <dgm:t>
        <a:bodyPr/>
        <a:lstStyle/>
        <a:p>
          <a:endParaRPr lang="en-GB"/>
        </a:p>
      </dgm:t>
    </dgm:pt>
    <dgm:pt modelId="{49F79018-B602-AB44-A199-21905255E07A}">
      <dgm:prSet phldrT="[Text]"/>
      <dgm:spPr/>
      <dgm:t>
        <a:bodyPr/>
        <a:lstStyle/>
        <a:p>
          <a:pPr>
            <a:buNone/>
          </a:pPr>
          <a:r>
            <a:rPr lang="en-SG" b="1" i="0" dirty="0"/>
            <a:t>📊 Data-Driven Governance</a:t>
          </a:r>
          <a:endParaRPr lang="en-GB" dirty="0"/>
        </a:p>
      </dgm:t>
    </dgm:pt>
    <dgm:pt modelId="{21309E4B-CDA9-7844-9273-1AC1CE54A11A}" type="parTrans" cxnId="{C8F72381-6EFA-FB4A-B922-14FCA0D4CA4A}">
      <dgm:prSet/>
      <dgm:spPr/>
      <dgm:t>
        <a:bodyPr/>
        <a:lstStyle/>
        <a:p>
          <a:endParaRPr lang="en-GB"/>
        </a:p>
      </dgm:t>
    </dgm:pt>
    <dgm:pt modelId="{58AE034B-B6C3-4341-B0AE-A5B27777BD9B}" type="sibTrans" cxnId="{C8F72381-6EFA-FB4A-B922-14FCA0D4CA4A}">
      <dgm:prSet/>
      <dgm:spPr/>
      <dgm:t>
        <a:bodyPr/>
        <a:lstStyle/>
        <a:p>
          <a:endParaRPr lang="en-GB"/>
        </a:p>
      </dgm:t>
    </dgm:pt>
    <dgm:pt modelId="{C2BA204B-E942-334C-B285-8F80B2658D57}">
      <dgm:prSet phldrT="[Text]"/>
      <dgm:spPr/>
      <dgm:t>
        <a:bodyPr/>
        <a:lstStyle/>
        <a:p>
          <a:pPr>
            <a:buNone/>
          </a:pPr>
          <a:r>
            <a:rPr lang="en-SG" b="1" i="0" dirty="0"/>
            <a:t>Top 50</a:t>
          </a:r>
        </a:p>
        <a:p>
          <a:pPr>
            <a:buNone/>
          </a:pPr>
          <a:r>
            <a:rPr lang="en-SG" b="0" i="0" dirty="0"/>
            <a:t>Searched</a:t>
          </a:r>
          <a:br>
            <a:rPr lang="en-SG" b="0" i="0" dirty="0"/>
          </a:br>
          <a:r>
            <a:rPr lang="en-SG" b="0" i="0" dirty="0"/>
            <a:t>Locations</a:t>
          </a:r>
        </a:p>
        <a:p>
          <a:pPr>
            <a:buNone/>
          </a:pPr>
          <a:r>
            <a:rPr lang="en-SG" b="0" i="1" dirty="0"/>
            <a:t>Aggregated search analytics</a:t>
          </a:r>
          <a:endParaRPr lang="en-GB" dirty="0"/>
        </a:p>
      </dgm:t>
    </dgm:pt>
    <dgm:pt modelId="{F7522D92-430B-0547-9245-A81B013CED59}" type="parTrans" cxnId="{7703BC83-619F-3245-AB0E-1302196D4C94}">
      <dgm:prSet/>
      <dgm:spPr/>
      <dgm:t>
        <a:bodyPr/>
        <a:lstStyle/>
        <a:p>
          <a:endParaRPr lang="en-GB"/>
        </a:p>
      </dgm:t>
    </dgm:pt>
    <dgm:pt modelId="{0A7A6477-3659-F34E-AFBC-31003DC27735}" type="sibTrans" cxnId="{7703BC83-619F-3245-AB0E-1302196D4C94}">
      <dgm:prSet/>
      <dgm:spPr/>
      <dgm:t>
        <a:bodyPr/>
        <a:lstStyle/>
        <a:p>
          <a:endParaRPr lang="en-GB"/>
        </a:p>
      </dgm:t>
    </dgm:pt>
    <dgm:pt modelId="{3BBC3196-94F2-E244-9CBA-84274CA553BB}">
      <dgm:prSet phldrT="[Text]"/>
      <dgm:spPr/>
      <dgm:t>
        <a:bodyPr/>
        <a:lstStyle/>
        <a:p>
          <a:pPr>
            <a:buNone/>
          </a:pPr>
          <a:r>
            <a:rPr lang="en-SG" b="1" i="0" dirty="0"/>
            <a:t>≥80%</a:t>
          </a:r>
        </a:p>
        <a:p>
          <a:pPr>
            <a:buNone/>
          </a:pPr>
          <a:r>
            <a:rPr lang="en-SG" b="0" i="0" dirty="0"/>
            <a:t>Sensor</a:t>
          </a:r>
          <a:br>
            <a:rPr lang="en-SG" b="0" i="0" dirty="0"/>
          </a:br>
          <a:r>
            <a:rPr lang="en-SG" b="0" i="0" dirty="0"/>
            <a:t>Utilisation Rate</a:t>
          </a:r>
        </a:p>
        <a:p>
          <a:pPr>
            <a:buNone/>
          </a:pPr>
          <a:r>
            <a:rPr lang="en-SG" b="0" i="1" dirty="0"/>
            <a:t>% of NEA sensors consumed</a:t>
          </a:r>
          <a:endParaRPr lang="en-GB" dirty="0"/>
        </a:p>
      </dgm:t>
    </dgm:pt>
    <dgm:pt modelId="{4C615413-E861-2E4D-AAEB-D12FB6FB0FEA}" type="parTrans" cxnId="{E2AE6B07-E8C6-C247-A178-BC03521C11E7}">
      <dgm:prSet/>
      <dgm:spPr/>
      <dgm:t>
        <a:bodyPr/>
        <a:lstStyle/>
        <a:p>
          <a:endParaRPr lang="en-GB"/>
        </a:p>
      </dgm:t>
    </dgm:pt>
    <dgm:pt modelId="{E91D04DC-FF48-424C-82DD-EBD4C1AC1814}" type="sibTrans" cxnId="{E2AE6B07-E8C6-C247-A178-BC03521C11E7}">
      <dgm:prSet/>
      <dgm:spPr/>
      <dgm:t>
        <a:bodyPr/>
        <a:lstStyle/>
        <a:p>
          <a:endParaRPr lang="en-GB"/>
        </a:p>
      </dgm:t>
    </dgm:pt>
    <dgm:pt modelId="{F013618E-6F09-BD48-B34C-9010F0E9603F}">
      <dgm:prSet phldrT="[Text]"/>
      <dgm:spPr/>
      <dgm:t>
        <a:bodyPr/>
        <a:lstStyle/>
        <a:p>
          <a:pPr>
            <a:buNone/>
          </a:pPr>
          <a:r>
            <a:rPr lang="en-SG" b="1" i="0" dirty="0"/>
            <a:t>≥60% </a:t>
          </a:r>
          <a:br>
            <a:rPr lang="en-SG" b="1" i="0" dirty="0"/>
          </a:br>
          <a:r>
            <a:rPr lang="en-SG" b="0" i="0" dirty="0"/>
            <a:t>Repeat Usage</a:t>
          </a:r>
          <a:br>
            <a:rPr lang="en-SG" b="0" i="0" dirty="0"/>
          </a:br>
          <a:r>
            <a:rPr lang="en-SG" b="0" i="0" dirty="0"/>
            <a:t>Rate (7-day) </a:t>
          </a:r>
          <a:r>
            <a:rPr lang="en-SG" b="0" i="1" dirty="0"/>
            <a:t>Returning users within 7 days</a:t>
          </a:r>
          <a:endParaRPr lang="en-GB" dirty="0"/>
        </a:p>
      </dgm:t>
    </dgm:pt>
    <dgm:pt modelId="{8B07790C-C995-424C-BF3D-A413E77EAA00}" type="parTrans" cxnId="{E7B09B6B-49DE-B94F-A8C7-B63E1738BBC8}">
      <dgm:prSet/>
      <dgm:spPr/>
      <dgm:t>
        <a:bodyPr/>
        <a:lstStyle/>
        <a:p>
          <a:endParaRPr lang="en-GB"/>
        </a:p>
      </dgm:t>
    </dgm:pt>
    <dgm:pt modelId="{FE891F20-E933-4246-A3A7-F2F72C3BFDB5}" type="sibTrans" cxnId="{E7B09B6B-49DE-B94F-A8C7-B63E1738BBC8}">
      <dgm:prSet/>
      <dgm:spPr/>
      <dgm:t>
        <a:bodyPr/>
        <a:lstStyle/>
        <a:p>
          <a:endParaRPr lang="en-GB"/>
        </a:p>
      </dgm:t>
    </dgm:pt>
    <dgm:pt modelId="{D66B417A-2B82-E84D-A68A-89A94DF9D40F}">
      <dgm:prSet phldrT="[Text]"/>
      <dgm:spPr/>
      <dgm:t>
        <a:bodyPr/>
        <a:lstStyle/>
        <a:p>
          <a:pPr>
            <a:buNone/>
          </a:pPr>
          <a:r>
            <a:rPr lang="en-SG" b="1" i="0" dirty="0"/>
            <a:t>&lt;5min</a:t>
          </a:r>
        </a:p>
        <a:p>
          <a:pPr>
            <a:buNone/>
          </a:pPr>
          <a:r>
            <a:rPr lang="en-SG" b="0" i="0" dirty="0"/>
            <a:t>Anomaly-to-Alert</a:t>
          </a:r>
          <a:br>
            <a:rPr lang="en-SG" b="0" i="0" dirty="0"/>
          </a:br>
          <a:r>
            <a:rPr lang="en-SG" b="0" i="0" dirty="0"/>
            <a:t>Response Time</a:t>
          </a:r>
        </a:p>
        <a:p>
          <a:pPr>
            <a:buNone/>
          </a:pPr>
          <a:r>
            <a:rPr lang="en-SG" b="0" i="1" dirty="0"/>
            <a:t>Data anomaly to notification</a:t>
          </a:r>
          <a:endParaRPr lang="en-GB" dirty="0"/>
        </a:p>
      </dgm:t>
    </dgm:pt>
    <dgm:pt modelId="{2C06F394-9E44-3A48-A89E-C857798E0991}" type="parTrans" cxnId="{16D96E1B-16EB-0E44-9CFD-2B4E43C2584E}">
      <dgm:prSet/>
      <dgm:spPr/>
      <dgm:t>
        <a:bodyPr/>
        <a:lstStyle/>
        <a:p>
          <a:endParaRPr lang="en-GB"/>
        </a:p>
      </dgm:t>
    </dgm:pt>
    <dgm:pt modelId="{09A2EDB0-22B0-8C4D-831B-EDB3EAB061A3}" type="sibTrans" cxnId="{16D96E1B-16EB-0E44-9CFD-2B4E43C2584E}">
      <dgm:prSet/>
      <dgm:spPr/>
      <dgm:t>
        <a:bodyPr/>
        <a:lstStyle/>
        <a:p>
          <a:endParaRPr lang="en-GB"/>
        </a:p>
      </dgm:t>
    </dgm:pt>
    <dgm:pt modelId="{771D8DAB-CDBE-FF44-BDF9-BE6CF9281E94}">
      <dgm:prSet phldrT="[Text]"/>
      <dgm:spPr/>
      <dgm:t>
        <a:bodyPr/>
        <a:lstStyle/>
        <a:p>
          <a:pPr>
            <a:buNone/>
          </a:pPr>
          <a:r>
            <a:rPr lang="en-SG" b="1" i="0" dirty="0"/>
            <a:t>📈</a:t>
          </a:r>
        </a:p>
        <a:p>
          <a:pPr>
            <a:buNone/>
          </a:pPr>
          <a:r>
            <a:rPr lang="en-SG" b="0" i="0" dirty="0"/>
            <a:t>Search Query</a:t>
          </a:r>
          <a:br>
            <a:rPr lang="en-SG" b="0" i="0" dirty="0"/>
          </a:br>
          <a:r>
            <a:rPr lang="en-SG" b="0" i="0" dirty="0"/>
            <a:t>Volume Trend</a:t>
          </a:r>
        </a:p>
        <a:p>
          <a:pPr>
            <a:buNone/>
          </a:pPr>
          <a:r>
            <a:rPr lang="en-SG" b="0" i="1" dirty="0"/>
            <a:t>Monthly API logs</a:t>
          </a:r>
          <a:endParaRPr lang="en-GB" dirty="0"/>
        </a:p>
      </dgm:t>
    </dgm:pt>
    <dgm:pt modelId="{2241F189-C904-C346-A12A-D05922E5735B}" type="parTrans" cxnId="{3FDBE5D0-EDAE-3A43-8E18-CA6AAFFFB7BF}">
      <dgm:prSet/>
      <dgm:spPr/>
      <dgm:t>
        <a:bodyPr/>
        <a:lstStyle/>
        <a:p>
          <a:endParaRPr lang="en-GB"/>
        </a:p>
      </dgm:t>
    </dgm:pt>
    <dgm:pt modelId="{10551595-0CE3-6D42-BA73-CE2A4F669DAB}" type="sibTrans" cxnId="{3FDBE5D0-EDAE-3A43-8E18-CA6AAFFFB7BF}">
      <dgm:prSet/>
      <dgm:spPr/>
      <dgm:t>
        <a:bodyPr/>
        <a:lstStyle/>
        <a:p>
          <a:endParaRPr lang="en-GB"/>
        </a:p>
      </dgm:t>
    </dgm:pt>
    <dgm:pt modelId="{B92FACE6-1BE3-F94D-8F8E-5EF180FA03F1}">
      <dgm:prSet phldrT="[Text]"/>
      <dgm:spPr/>
      <dgm:t>
        <a:bodyPr/>
        <a:lstStyle/>
        <a:p>
          <a:pPr>
            <a:buNone/>
          </a:pPr>
          <a:r>
            <a:rPr lang="en-SG" b="1" i="0" dirty="0"/>
            <a:t>🇸🇬 Smart Nation Alignment</a:t>
          </a:r>
          <a:endParaRPr lang="en-GB" dirty="0"/>
        </a:p>
      </dgm:t>
    </dgm:pt>
    <dgm:pt modelId="{B53D327D-0A7A-974E-BC07-CA46FD8969F2}" type="parTrans" cxnId="{4467DBFF-34A6-E94C-8541-5B13571BAE51}">
      <dgm:prSet/>
      <dgm:spPr/>
      <dgm:t>
        <a:bodyPr/>
        <a:lstStyle/>
        <a:p>
          <a:endParaRPr lang="en-GB"/>
        </a:p>
      </dgm:t>
    </dgm:pt>
    <dgm:pt modelId="{62BAFB73-A18B-3343-84E3-73E7410C9785}" type="sibTrans" cxnId="{4467DBFF-34A6-E94C-8541-5B13571BAE51}">
      <dgm:prSet/>
      <dgm:spPr/>
      <dgm:t>
        <a:bodyPr/>
        <a:lstStyle/>
        <a:p>
          <a:endParaRPr lang="en-GB"/>
        </a:p>
      </dgm:t>
    </dgm:pt>
    <dgm:pt modelId="{5E556F6C-AE64-1C44-BAE1-60DEE9E6CDF6}">
      <dgm:prSet phldrT="[Text]"/>
      <dgm:spPr/>
      <dgm:t>
        <a:bodyPr/>
        <a:lstStyle/>
        <a:p>
          <a:pPr>
            <a:buNone/>
          </a:pPr>
          <a:r>
            <a:rPr lang="en-SG" b="0" i="0" dirty="0"/>
            <a:t>Open Data</a:t>
          </a:r>
          <a:br>
            <a:rPr lang="en-SG" b="0" i="0" dirty="0"/>
          </a:br>
          <a:r>
            <a:rPr lang="en-SG" b="0" i="0" dirty="0"/>
            <a:t>API Published</a:t>
          </a:r>
        </a:p>
        <a:p>
          <a:pPr>
            <a:buNone/>
          </a:pPr>
          <a:r>
            <a:rPr lang="en-SG" b="0" i="1" dirty="0" err="1"/>
            <a:t>data.gov.sg</a:t>
          </a:r>
          <a:r>
            <a:rPr lang="en-SG" b="0" i="1" dirty="0"/>
            <a:t> listing</a:t>
          </a:r>
          <a:endParaRPr lang="en-GB" dirty="0"/>
        </a:p>
      </dgm:t>
    </dgm:pt>
    <dgm:pt modelId="{3358B30D-85AC-784F-A6BE-BC2D2448DF32}" type="parTrans" cxnId="{60643B8F-7DB9-5148-BA0A-10C678BB1912}">
      <dgm:prSet/>
      <dgm:spPr/>
      <dgm:t>
        <a:bodyPr/>
        <a:lstStyle/>
        <a:p>
          <a:endParaRPr lang="en-GB"/>
        </a:p>
      </dgm:t>
    </dgm:pt>
    <dgm:pt modelId="{56FAC32E-1134-D746-9644-F5E7445ACF0E}" type="sibTrans" cxnId="{60643B8F-7DB9-5148-BA0A-10C678BB1912}">
      <dgm:prSet/>
      <dgm:spPr/>
      <dgm:t>
        <a:bodyPr/>
        <a:lstStyle/>
        <a:p>
          <a:endParaRPr lang="en-GB"/>
        </a:p>
      </dgm:t>
    </dgm:pt>
    <dgm:pt modelId="{94C95A67-9019-2D43-A4F2-6C1DE231A4B0}">
      <dgm:prSet phldrT="[Text]"/>
      <dgm:spPr/>
      <dgm:t>
        <a:bodyPr/>
        <a:lstStyle/>
        <a:p>
          <a:pPr>
            <a:buNone/>
          </a:pPr>
          <a:r>
            <a:rPr lang="en-SG" b="0" i="0" dirty="0"/>
            <a:t>AI Model</a:t>
          </a:r>
          <a:br>
            <a:rPr lang="en-SG" b="0" i="0" dirty="0"/>
          </a:br>
          <a:r>
            <a:rPr lang="en-SG" b="0" i="0" dirty="0"/>
            <a:t>Transparency</a:t>
          </a:r>
        </a:p>
        <a:p>
          <a:pPr>
            <a:buNone/>
          </a:pPr>
          <a:r>
            <a:rPr lang="en-SG" b="0" i="1" dirty="0"/>
            <a:t>Model card publication</a:t>
          </a:r>
          <a:endParaRPr lang="en-GB" dirty="0"/>
        </a:p>
      </dgm:t>
    </dgm:pt>
    <dgm:pt modelId="{C216438D-84BD-714F-A48E-D1448271D47E}" type="parTrans" cxnId="{71C9E002-1215-F64C-8635-0A31E51C4009}">
      <dgm:prSet/>
      <dgm:spPr/>
      <dgm:t>
        <a:bodyPr/>
        <a:lstStyle/>
        <a:p>
          <a:endParaRPr lang="en-GB"/>
        </a:p>
      </dgm:t>
    </dgm:pt>
    <dgm:pt modelId="{39DDD9EE-6026-5F4A-A2BB-58826D3FE087}" type="sibTrans" cxnId="{71C9E002-1215-F64C-8635-0A31E51C4009}">
      <dgm:prSet/>
      <dgm:spPr/>
      <dgm:t>
        <a:bodyPr/>
        <a:lstStyle/>
        <a:p>
          <a:endParaRPr lang="en-GB"/>
        </a:p>
      </dgm:t>
    </dgm:pt>
    <dgm:pt modelId="{98A826B3-EF2E-EE4A-A440-F724EDB9ED92}" type="pres">
      <dgm:prSet presAssocID="{8707F30C-3BCB-1144-8490-FE6C09746081}" presName="theList" presStyleCnt="0">
        <dgm:presLayoutVars>
          <dgm:dir/>
          <dgm:animLvl val="lvl"/>
          <dgm:resizeHandles val="exact"/>
        </dgm:presLayoutVars>
      </dgm:prSet>
      <dgm:spPr/>
    </dgm:pt>
    <dgm:pt modelId="{0B8D55B2-2620-BF44-A813-DB555B7064FF}" type="pres">
      <dgm:prSet presAssocID="{11D93249-0C52-E640-90CF-462BFBEB7CF3}" presName="compNode" presStyleCnt="0"/>
      <dgm:spPr/>
    </dgm:pt>
    <dgm:pt modelId="{C8DCD7D2-1E28-7547-A6EA-287B9E0F66A3}" type="pres">
      <dgm:prSet presAssocID="{11D93249-0C52-E640-90CF-462BFBEB7CF3}" presName="aNode" presStyleLbl="bgShp" presStyleIdx="0" presStyleCnt="4"/>
      <dgm:spPr/>
    </dgm:pt>
    <dgm:pt modelId="{2274465C-79EF-AC48-BAAF-E10A04A9F445}" type="pres">
      <dgm:prSet presAssocID="{11D93249-0C52-E640-90CF-462BFBEB7CF3}" presName="textNode" presStyleLbl="bgShp" presStyleIdx="0" presStyleCnt="4"/>
      <dgm:spPr/>
    </dgm:pt>
    <dgm:pt modelId="{E34AF8A9-B1A6-5E44-925C-071346FEB511}" type="pres">
      <dgm:prSet presAssocID="{11D93249-0C52-E640-90CF-462BFBEB7CF3}" presName="compChildNode" presStyleCnt="0"/>
      <dgm:spPr/>
    </dgm:pt>
    <dgm:pt modelId="{594B53B5-A4F0-5F44-93D0-CF3B7161232C}" type="pres">
      <dgm:prSet presAssocID="{11D93249-0C52-E640-90CF-462BFBEB7CF3}" presName="theInnerList" presStyleCnt="0"/>
      <dgm:spPr/>
    </dgm:pt>
    <dgm:pt modelId="{1E768E69-FECC-864F-BD22-ADA92D39C518}" type="pres">
      <dgm:prSet presAssocID="{DBADDBA0-BA73-9645-99EF-BFFB8FD2DBD4}" presName="childNode" presStyleLbl="node1" presStyleIdx="0" presStyleCnt="11">
        <dgm:presLayoutVars>
          <dgm:bulletEnabled val="1"/>
        </dgm:presLayoutVars>
      </dgm:prSet>
      <dgm:spPr/>
    </dgm:pt>
    <dgm:pt modelId="{0332AFD0-7CD8-134F-89E3-877F53479FB8}" type="pres">
      <dgm:prSet presAssocID="{DBADDBA0-BA73-9645-99EF-BFFB8FD2DBD4}" presName="aSpace2" presStyleCnt="0"/>
      <dgm:spPr/>
    </dgm:pt>
    <dgm:pt modelId="{DAEF1971-B19E-4441-BBFA-1316D2099B7A}" type="pres">
      <dgm:prSet presAssocID="{C2A5A793-3D07-3A40-B0EA-C3EDD413D662}" presName="childNode" presStyleLbl="node1" presStyleIdx="1" presStyleCnt="11">
        <dgm:presLayoutVars>
          <dgm:bulletEnabled val="1"/>
        </dgm:presLayoutVars>
      </dgm:prSet>
      <dgm:spPr/>
    </dgm:pt>
    <dgm:pt modelId="{4ECE01B6-B942-9E42-92D4-552EB2641626}" type="pres">
      <dgm:prSet presAssocID="{C2A5A793-3D07-3A40-B0EA-C3EDD413D662}" presName="aSpace2" presStyleCnt="0"/>
      <dgm:spPr/>
    </dgm:pt>
    <dgm:pt modelId="{5A8C4805-2A62-1944-AF22-ECF389245F22}" type="pres">
      <dgm:prSet presAssocID="{F013618E-6F09-BD48-B34C-9010F0E9603F}" presName="childNode" presStyleLbl="node1" presStyleIdx="2" presStyleCnt="11">
        <dgm:presLayoutVars>
          <dgm:bulletEnabled val="1"/>
        </dgm:presLayoutVars>
      </dgm:prSet>
      <dgm:spPr/>
    </dgm:pt>
    <dgm:pt modelId="{3E65E1DE-89BF-F447-8064-36CD65420A8E}" type="pres">
      <dgm:prSet presAssocID="{11D93249-0C52-E640-90CF-462BFBEB7CF3}" presName="aSpace" presStyleCnt="0"/>
      <dgm:spPr/>
    </dgm:pt>
    <dgm:pt modelId="{F715426D-F9BF-D749-A003-50AF36ECD58D}" type="pres">
      <dgm:prSet presAssocID="{65075525-8DC1-554A-935F-08B335D57311}" presName="compNode" presStyleCnt="0"/>
      <dgm:spPr/>
    </dgm:pt>
    <dgm:pt modelId="{B3FB66F8-303C-F445-A0BF-3D5BAE638020}" type="pres">
      <dgm:prSet presAssocID="{65075525-8DC1-554A-935F-08B335D57311}" presName="aNode" presStyleLbl="bgShp" presStyleIdx="1" presStyleCnt="4"/>
      <dgm:spPr/>
    </dgm:pt>
    <dgm:pt modelId="{B136D304-0F98-054D-A5E2-96B317A4E43E}" type="pres">
      <dgm:prSet presAssocID="{65075525-8DC1-554A-935F-08B335D57311}" presName="textNode" presStyleLbl="bgShp" presStyleIdx="1" presStyleCnt="4"/>
      <dgm:spPr/>
    </dgm:pt>
    <dgm:pt modelId="{D751D790-61E3-2A4E-B8A1-564D55836C44}" type="pres">
      <dgm:prSet presAssocID="{65075525-8DC1-554A-935F-08B335D57311}" presName="compChildNode" presStyleCnt="0"/>
      <dgm:spPr/>
    </dgm:pt>
    <dgm:pt modelId="{AC191EFA-230B-9E44-8294-EA198D7B92AF}" type="pres">
      <dgm:prSet presAssocID="{65075525-8DC1-554A-935F-08B335D57311}" presName="theInnerList" presStyleCnt="0"/>
      <dgm:spPr/>
    </dgm:pt>
    <dgm:pt modelId="{3DC49931-8BB0-1D49-94B9-1DC339B7D974}" type="pres">
      <dgm:prSet presAssocID="{572CE4AE-5A19-264E-8011-0AE46230FE29}" presName="childNode" presStyleLbl="node1" presStyleIdx="3" presStyleCnt="11">
        <dgm:presLayoutVars>
          <dgm:bulletEnabled val="1"/>
        </dgm:presLayoutVars>
      </dgm:prSet>
      <dgm:spPr/>
    </dgm:pt>
    <dgm:pt modelId="{FECBE04C-D451-E14C-ACD4-A3EE5AA3717A}" type="pres">
      <dgm:prSet presAssocID="{572CE4AE-5A19-264E-8011-0AE46230FE29}" presName="aSpace2" presStyleCnt="0"/>
      <dgm:spPr/>
    </dgm:pt>
    <dgm:pt modelId="{FD1F0C01-C826-4044-8F30-B52343CA0228}" type="pres">
      <dgm:prSet presAssocID="{712C5897-5F91-E04D-BDE5-441BAEB79E8A}" presName="childNode" presStyleLbl="node1" presStyleIdx="4" presStyleCnt="11">
        <dgm:presLayoutVars>
          <dgm:bulletEnabled val="1"/>
        </dgm:presLayoutVars>
      </dgm:prSet>
      <dgm:spPr/>
    </dgm:pt>
    <dgm:pt modelId="{343BC896-74D6-444A-B732-8C5F4C2CBE9F}" type="pres">
      <dgm:prSet presAssocID="{712C5897-5F91-E04D-BDE5-441BAEB79E8A}" presName="aSpace2" presStyleCnt="0"/>
      <dgm:spPr/>
    </dgm:pt>
    <dgm:pt modelId="{3D67AB09-57F8-8A46-A774-95A3514CE879}" type="pres">
      <dgm:prSet presAssocID="{D66B417A-2B82-E84D-A68A-89A94DF9D40F}" presName="childNode" presStyleLbl="node1" presStyleIdx="5" presStyleCnt="11">
        <dgm:presLayoutVars>
          <dgm:bulletEnabled val="1"/>
        </dgm:presLayoutVars>
      </dgm:prSet>
      <dgm:spPr/>
    </dgm:pt>
    <dgm:pt modelId="{8BB44AF3-2E5B-1D40-AEBD-867255BDF3DC}" type="pres">
      <dgm:prSet presAssocID="{65075525-8DC1-554A-935F-08B335D57311}" presName="aSpace" presStyleCnt="0"/>
      <dgm:spPr/>
    </dgm:pt>
    <dgm:pt modelId="{4EB4A87E-0AC7-8940-8684-3D209ACE9B30}" type="pres">
      <dgm:prSet presAssocID="{49F79018-B602-AB44-A199-21905255E07A}" presName="compNode" presStyleCnt="0"/>
      <dgm:spPr/>
    </dgm:pt>
    <dgm:pt modelId="{5FA1FE17-F084-4141-99E3-96544E561DBE}" type="pres">
      <dgm:prSet presAssocID="{49F79018-B602-AB44-A199-21905255E07A}" presName="aNode" presStyleLbl="bgShp" presStyleIdx="2" presStyleCnt="4"/>
      <dgm:spPr/>
    </dgm:pt>
    <dgm:pt modelId="{7D37D04E-FA0B-2F48-B894-D5A95FAA8EC5}" type="pres">
      <dgm:prSet presAssocID="{49F79018-B602-AB44-A199-21905255E07A}" presName="textNode" presStyleLbl="bgShp" presStyleIdx="2" presStyleCnt="4"/>
      <dgm:spPr/>
    </dgm:pt>
    <dgm:pt modelId="{6C16945D-12D4-B448-8A8C-17C33774F84F}" type="pres">
      <dgm:prSet presAssocID="{49F79018-B602-AB44-A199-21905255E07A}" presName="compChildNode" presStyleCnt="0"/>
      <dgm:spPr/>
    </dgm:pt>
    <dgm:pt modelId="{89C9D75D-8B69-9948-BA9A-5EEDD13A12CB}" type="pres">
      <dgm:prSet presAssocID="{49F79018-B602-AB44-A199-21905255E07A}" presName="theInnerList" presStyleCnt="0"/>
      <dgm:spPr/>
    </dgm:pt>
    <dgm:pt modelId="{030D010C-CEFD-854E-B65E-F8C6A8281F9D}" type="pres">
      <dgm:prSet presAssocID="{771D8DAB-CDBE-FF44-BDF9-BE6CF9281E94}" presName="childNode" presStyleLbl="node1" presStyleIdx="6" presStyleCnt="11">
        <dgm:presLayoutVars>
          <dgm:bulletEnabled val="1"/>
        </dgm:presLayoutVars>
      </dgm:prSet>
      <dgm:spPr/>
    </dgm:pt>
    <dgm:pt modelId="{5D4D4921-538B-5941-A6F0-111B7FAC1B42}" type="pres">
      <dgm:prSet presAssocID="{771D8DAB-CDBE-FF44-BDF9-BE6CF9281E94}" presName="aSpace2" presStyleCnt="0"/>
      <dgm:spPr/>
    </dgm:pt>
    <dgm:pt modelId="{D7279525-F960-5E4B-A2B1-CF8ED8FCBF72}" type="pres">
      <dgm:prSet presAssocID="{C2BA204B-E942-334C-B285-8F80B2658D57}" presName="childNode" presStyleLbl="node1" presStyleIdx="7" presStyleCnt="11">
        <dgm:presLayoutVars>
          <dgm:bulletEnabled val="1"/>
        </dgm:presLayoutVars>
      </dgm:prSet>
      <dgm:spPr/>
    </dgm:pt>
    <dgm:pt modelId="{8F6FEDC3-D458-6E4D-901F-C29452127094}" type="pres">
      <dgm:prSet presAssocID="{C2BA204B-E942-334C-B285-8F80B2658D57}" presName="aSpace2" presStyleCnt="0"/>
      <dgm:spPr/>
    </dgm:pt>
    <dgm:pt modelId="{73F6188A-22EA-3D44-B7DB-FA26A893B1A1}" type="pres">
      <dgm:prSet presAssocID="{3BBC3196-94F2-E244-9CBA-84274CA553BB}" presName="childNode" presStyleLbl="node1" presStyleIdx="8" presStyleCnt="11">
        <dgm:presLayoutVars>
          <dgm:bulletEnabled val="1"/>
        </dgm:presLayoutVars>
      </dgm:prSet>
      <dgm:spPr/>
    </dgm:pt>
    <dgm:pt modelId="{B2E5E968-7A7B-824E-8CCA-99CE7DA0316E}" type="pres">
      <dgm:prSet presAssocID="{49F79018-B602-AB44-A199-21905255E07A}" presName="aSpace" presStyleCnt="0"/>
      <dgm:spPr/>
    </dgm:pt>
    <dgm:pt modelId="{51122C04-B74D-9645-9D56-03639C7689FD}" type="pres">
      <dgm:prSet presAssocID="{B92FACE6-1BE3-F94D-8F8E-5EF180FA03F1}" presName="compNode" presStyleCnt="0"/>
      <dgm:spPr/>
    </dgm:pt>
    <dgm:pt modelId="{8046C23A-C82A-E345-966A-7AE41D3B1BDA}" type="pres">
      <dgm:prSet presAssocID="{B92FACE6-1BE3-F94D-8F8E-5EF180FA03F1}" presName="aNode" presStyleLbl="bgShp" presStyleIdx="3" presStyleCnt="4"/>
      <dgm:spPr/>
    </dgm:pt>
    <dgm:pt modelId="{7529623B-DF99-8047-8E27-6F8881C86128}" type="pres">
      <dgm:prSet presAssocID="{B92FACE6-1BE3-F94D-8F8E-5EF180FA03F1}" presName="textNode" presStyleLbl="bgShp" presStyleIdx="3" presStyleCnt="4"/>
      <dgm:spPr/>
    </dgm:pt>
    <dgm:pt modelId="{4CCADABD-A633-704F-A9E7-60059E39B5EB}" type="pres">
      <dgm:prSet presAssocID="{B92FACE6-1BE3-F94D-8F8E-5EF180FA03F1}" presName="compChildNode" presStyleCnt="0"/>
      <dgm:spPr/>
    </dgm:pt>
    <dgm:pt modelId="{8670ECF4-30A0-5243-AB86-809EC412D4A9}" type="pres">
      <dgm:prSet presAssocID="{B92FACE6-1BE3-F94D-8F8E-5EF180FA03F1}" presName="theInnerList" presStyleCnt="0"/>
      <dgm:spPr/>
    </dgm:pt>
    <dgm:pt modelId="{4B3F5719-0225-7846-B6FE-2B7FA2D5F942}" type="pres">
      <dgm:prSet presAssocID="{5E556F6C-AE64-1C44-BAE1-60DEE9E6CDF6}" presName="childNode" presStyleLbl="node1" presStyleIdx="9" presStyleCnt="11">
        <dgm:presLayoutVars>
          <dgm:bulletEnabled val="1"/>
        </dgm:presLayoutVars>
      </dgm:prSet>
      <dgm:spPr/>
    </dgm:pt>
    <dgm:pt modelId="{4A2C7A23-B560-1949-AFF6-FEA80F3A2CCD}" type="pres">
      <dgm:prSet presAssocID="{5E556F6C-AE64-1C44-BAE1-60DEE9E6CDF6}" presName="aSpace2" presStyleCnt="0"/>
      <dgm:spPr/>
    </dgm:pt>
    <dgm:pt modelId="{F68BE754-D9BF-E943-9113-90B95EF31ADC}" type="pres">
      <dgm:prSet presAssocID="{94C95A67-9019-2D43-A4F2-6C1DE231A4B0}" presName="childNode" presStyleLbl="node1" presStyleIdx="10" presStyleCnt="11">
        <dgm:presLayoutVars>
          <dgm:bulletEnabled val="1"/>
        </dgm:presLayoutVars>
      </dgm:prSet>
      <dgm:spPr/>
    </dgm:pt>
  </dgm:ptLst>
  <dgm:cxnLst>
    <dgm:cxn modelId="{71C9E002-1215-F64C-8635-0A31E51C4009}" srcId="{B92FACE6-1BE3-F94D-8F8E-5EF180FA03F1}" destId="{94C95A67-9019-2D43-A4F2-6C1DE231A4B0}" srcOrd="1" destOrd="0" parTransId="{C216438D-84BD-714F-A48E-D1448271D47E}" sibTransId="{39DDD9EE-6026-5F4A-A2BB-58826D3FE087}"/>
    <dgm:cxn modelId="{E2AE6B07-E8C6-C247-A178-BC03521C11E7}" srcId="{49F79018-B602-AB44-A199-21905255E07A}" destId="{3BBC3196-94F2-E244-9CBA-84274CA553BB}" srcOrd="2" destOrd="0" parTransId="{4C615413-E861-2E4D-AAEB-D12FB6FB0FEA}" sibTransId="{E91D04DC-FF48-424C-82DD-EBD4C1AC1814}"/>
    <dgm:cxn modelId="{BD358308-E3CC-474B-ABBC-36EB0ADCCF4F}" type="presOf" srcId="{712C5897-5F91-E04D-BDE5-441BAEB79E8A}" destId="{FD1F0C01-C826-4044-8F30-B52343CA0228}" srcOrd="0" destOrd="0" presId="urn:microsoft.com/office/officeart/2005/8/layout/lProcess2"/>
    <dgm:cxn modelId="{1256540D-829E-7240-BAC6-6CA8C24B9F66}" type="presOf" srcId="{B92FACE6-1BE3-F94D-8F8E-5EF180FA03F1}" destId="{8046C23A-C82A-E345-966A-7AE41D3B1BDA}" srcOrd="0" destOrd="0" presId="urn:microsoft.com/office/officeart/2005/8/layout/lProcess2"/>
    <dgm:cxn modelId="{3E224F14-631A-D443-98B4-0A6C4FA7893A}" type="presOf" srcId="{572CE4AE-5A19-264E-8011-0AE46230FE29}" destId="{3DC49931-8BB0-1D49-94B9-1DC339B7D974}" srcOrd="0" destOrd="0" presId="urn:microsoft.com/office/officeart/2005/8/layout/lProcess2"/>
    <dgm:cxn modelId="{63C76317-06FB-034D-B92E-4BBEC2E353A9}" type="presOf" srcId="{49F79018-B602-AB44-A199-21905255E07A}" destId="{5FA1FE17-F084-4141-99E3-96544E561DBE}" srcOrd="0" destOrd="0" presId="urn:microsoft.com/office/officeart/2005/8/layout/lProcess2"/>
    <dgm:cxn modelId="{FDAEDD17-71AB-6F4F-9B45-DC650AD1ED5C}" type="presOf" srcId="{5E556F6C-AE64-1C44-BAE1-60DEE9E6CDF6}" destId="{4B3F5719-0225-7846-B6FE-2B7FA2D5F942}" srcOrd="0" destOrd="0" presId="urn:microsoft.com/office/officeart/2005/8/layout/lProcess2"/>
    <dgm:cxn modelId="{16D96E1B-16EB-0E44-9CFD-2B4E43C2584E}" srcId="{65075525-8DC1-554A-935F-08B335D57311}" destId="{D66B417A-2B82-E84D-A68A-89A94DF9D40F}" srcOrd="2" destOrd="0" parTransId="{2C06F394-9E44-3A48-A89E-C857798E0991}" sibTransId="{09A2EDB0-22B0-8C4D-831B-EDB3EAB061A3}"/>
    <dgm:cxn modelId="{327CD728-BB75-E247-AE1B-564098018D85}" type="presOf" srcId="{65075525-8DC1-554A-935F-08B335D57311}" destId="{B3FB66F8-303C-F445-A0BF-3D5BAE638020}" srcOrd="0" destOrd="0" presId="urn:microsoft.com/office/officeart/2005/8/layout/lProcess2"/>
    <dgm:cxn modelId="{45EBC138-2A98-A747-B8F4-70D44F55A675}" type="presOf" srcId="{C2A5A793-3D07-3A40-B0EA-C3EDD413D662}" destId="{DAEF1971-B19E-4441-BBFA-1316D2099B7A}" srcOrd="0" destOrd="0" presId="urn:microsoft.com/office/officeart/2005/8/layout/lProcess2"/>
    <dgm:cxn modelId="{3360B13D-4C9E-7849-B58B-4F121B787943}" type="presOf" srcId="{D66B417A-2B82-E84D-A68A-89A94DF9D40F}" destId="{3D67AB09-57F8-8A46-A774-95A3514CE879}" srcOrd="0" destOrd="0" presId="urn:microsoft.com/office/officeart/2005/8/layout/lProcess2"/>
    <dgm:cxn modelId="{E5BE1257-23C9-2A44-925C-4A42674FC9AC}" srcId="{65075525-8DC1-554A-935F-08B335D57311}" destId="{712C5897-5F91-E04D-BDE5-441BAEB79E8A}" srcOrd="1" destOrd="0" parTransId="{632BD5BF-CE11-0B4A-8C10-27248019B55B}" sibTransId="{35702FA5-B5B9-534E-B355-6FD824970580}"/>
    <dgm:cxn modelId="{72A0DA58-3A07-7E41-8EF1-FE8F8928F03B}" type="presOf" srcId="{11D93249-0C52-E640-90CF-462BFBEB7CF3}" destId="{2274465C-79EF-AC48-BAAF-E10A04A9F445}" srcOrd="1" destOrd="0" presId="urn:microsoft.com/office/officeart/2005/8/layout/lProcess2"/>
    <dgm:cxn modelId="{2F373A66-D98B-6B4F-82F7-6DACCF3EEEFC}" type="presOf" srcId="{F013618E-6F09-BD48-B34C-9010F0E9603F}" destId="{5A8C4805-2A62-1944-AF22-ECF389245F22}" srcOrd="0" destOrd="0" presId="urn:microsoft.com/office/officeart/2005/8/layout/lProcess2"/>
    <dgm:cxn modelId="{E7B09B6B-49DE-B94F-A8C7-B63E1738BBC8}" srcId="{11D93249-0C52-E640-90CF-462BFBEB7CF3}" destId="{F013618E-6F09-BD48-B34C-9010F0E9603F}" srcOrd="2" destOrd="0" parTransId="{8B07790C-C995-424C-BF3D-A413E77EAA00}" sibTransId="{FE891F20-E933-4246-A3A7-F2F72C3BFDB5}"/>
    <dgm:cxn modelId="{2526527B-9C74-F84A-A87F-F0AB5384222C}" type="presOf" srcId="{3BBC3196-94F2-E244-9CBA-84274CA553BB}" destId="{73F6188A-22EA-3D44-B7DB-FA26A893B1A1}" srcOrd="0" destOrd="0" presId="urn:microsoft.com/office/officeart/2005/8/layout/lProcess2"/>
    <dgm:cxn modelId="{D89C9C80-D75C-F144-9259-DBEF9EEA47B6}" srcId="{11D93249-0C52-E640-90CF-462BFBEB7CF3}" destId="{C2A5A793-3D07-3A40-B0EA-C3EDD413D662}" srcOrd="1" destOrd="0" parTransId="{0CEC32C7-7022-4644-A507-B14D9F67804C}" sibTransId="{DA786E52-55AC-514B-8800-FBB15BC1E346}"/>
    <dgm:cxn modelId="{C8F72381-6EFA-FB4A-B922-14FCA0D4CA4A}" srcId="{8707F30C-3BCB-1144-8490-FE6C09746081}" destId="{49F79018-B602-AB44-A199-21905255E07A}" srcOrd="2" destOrd="0" parTransId="{21309E4B-CDA9-7844-9273-1AC1CE54A11A}" sibTransId="{58AE034B-B6C3-4341-B0AE-A5B27777BD9B}"/>
    <dgm:cxn modelId="{7703BC83-619F-3245-AB0E-1302196D4C94}" srcId="{49F79018-B602-AB44-A199-21905255E07A}" destId="{C2BA204B-E942-334C-B285-8F80B2658D57}" srcOrd="1" destOrd="0" parTransId="{F7522D92-430B-0547-9245-A81B013CED59}" sibTransId="{0A7A6477-3659-F34E-AFBC-31003DC27735}"/>
    <dgm:cxn modelId="{60643B8F-7DB9-5148-BA0A-10C678BB1912}" srcId="{B92FACE6-1BE3-F94D-8F8E-5EF180FA03F1}" destId="{5E556F6C-AE64-1C44-BAE1-60DEE9E6CDF6}" srcOrd="0" destOrd="0" parTransId="{3358B30D-85AC-784F-A6BE-BC2D2448DF32}" sibTransId="{56FAC32E-1134-D746-9644-F5E7445ACF0E}"/>
    <dgm:cxn modelId="{82AFDA98-A267-084F-94B3-63C7CAC492FC}" type="presOf" srcId="{B92FACE6-1BE3-F94D-8F8E-5EF180FA03F1}" destId="{7529623B-DF99-8047-8E27-6F8881C86128}" srcOrd="1" destOrd="0" presId="urn:microsoft.com/office/officeart/2005/8/layout/lProcess2"/>
    <dgm:cxn modelId="{7820659A-272F-9245-8443-7114A90BCFDE}" srcId="{8707F30C-3BCB-1144-8490-FE6C09746081}" destId="{65075525-8DC1-554A-935F-08B335D57311}" srcOrd="1" destOrd="0" parTransId="{AA427B2B-4969-FD4D-9AF7-B56AEAFE1A0F}" sibTransId="{81C699FC-F3DC-B844-A7D0-857ADCE9A803}"/>
    <dgm:cxn modelId="{8C43FBAA-81DB-D44B-A0B8-8DF5CD680496}" type="presOf" srcId="{DBADDBA0-BA73-9645-99EF-BFFB8FD2DBD4}" destId="{1E768E69-FECC-864F-BD22-ADA92D39C518}" srcOrd="0" destOrd="0" presId="urn:microsoft.com/office/officeart/2005/8/layout/lProcess2"/>
    <dgm:cxn modelId="{5C7362B6-40B7-8641-82D9-506D59273511}" type="presOf" srcId="{C2BA204B-E942-334C-B285-8F80B2658D57}" destId="{D7279525-F960-5E4B-A2B1-CF8ED8FCBF72}" srcOrd="0" destOrd="0" presId="urn:microsoft.com/office/officeart/2005/8/layout/lProcess2"/>
    <dgm:cxn modelId="{89B7C3B7-E448-E84D-B273-1341D6683B13}" type="presOf" srcId="{65075525-8DC1-554A-935F-08B335D57311}" destId="{B136D304-0F98-054D-A5E2-96B317A4E43E}" srcOrd="1" destOrd="0" presId="urn:microsoft.com/office/officeart/2005/8/layout/lProcess2"/>
    <dgm:cxn modelId="{E1332ABD-6AC6-AD45-B2EB-2F2074B9F232}" type="presOf" srcId="{49F79018-B602-AB44-A199-21905255E07A}" destId="{7D37D04E-FA0B-2F48-B894-D5A95FAA8EC5}" srcOrd="1" destOrd="0" presId="urn:microsoft.com/office/officeart/2005/8/layout/lProcess2"/>
    <dgm:cxn modelId="{5E8733BF-D637-A741-8DC1-DF25A1A3BFDE}" type="presOf" srcId="{771D8DAB-CDBE-FF44-BDF9-BE6CF9281E94}" destId="{030D010C-CEFD-854E-B65E-F8C6A8281F9D}" srcOrd="0" destOrd="0" presId="urn:microsoft.com/office/officeart/2005/8/layout/lProcess2"/>
    <dgm:cxn modelId="{BE0172CA-1FD6-7C44-B511-21D94C1FDB4F}" type="presOf" srcId="{94C95A67-9019-2D43-A4F2-6C1DE231A4B0}" destId="{F68BE754-D9BF-E943-9113-90B95EF31ADC}" srcOrd="0" destOrd="0" presId="urn:microsoft.com/office/officeart/2005/8/layout/lProcess2"/>
    <dgm:cxn modelId="{3FDBE5D0-EDAE-3A43-8E18-CA6AAFFFB7BF}" srcId="{49F79018-B602-AB44-A199-21905255E07A}" destId="{771D8DAB-CDBE-FF44-BDF9-BE6CF9281E94}" srcOrd="0" destOrd="0" parTransId="{2241F189-C904-C346-A12A-D05922E5735B}" sibTransId="{10551595-0CE3-6D42-BA73-CE2A4F669DAB}"/>
    <dgm:cxn modelId="{1E9E38D8-5949-6144-9D1B-D1CBD37289C7}" srcId="{8707F30C-3BCB-1144-8490-FE6C09746081}" destId="{11D93249-0C52-E640-90CF-462BFBEB7CF3}" srcOrd="0" destOrd="0" parTransId="{0A59D981-5F20-F440-8B66-94A6A2C30D8D}" sibTransId="{2D19595A-68B0-AD4E-96D5-7BF535A9C63F}"/>
    <dgm:cxn modelId="{EDD16DF9-D1A8-3244-A5F4-D2424EF17F5F}" type="presOf" srcId="{11D93249-0C52-E640-90CF-462BFBEB7CF3}" destId="{C8DCD7D2-1E28-7547-A6EA-287B9E0F66A3}" srcOrd="0" destOrd="0" presId="urn:microsoft.com/office/officeart/2005/8/layout/lProcess2"/>
    <dgm:cxn modelId="{95D75EFA-9D8E-0347-B43B-5F4D5948B891}" type="presOf" srcId="{8707F30C-3BCB-1144-8490-FE6C09746081}" destId="{98A826B3-EF2E-EE4A-A440-F724EDB9ED92}" srcOrd="0" destOrd="0" presId="urn:microsoft.com/office/officeart/2005/8/layout/lProcess2"/>
    <dgm:cxn modelId="{8ECE9CFA-49E6-F949-9994-CC34363AF046}" srcId="{65075525-8DC1-554A-935F-08B335D57311}" destId="{572CE4AE-5A19-264E-8011-0AE46230FE29}" srcOrd="0" destOrd="0" parTransId="{57980427-F5B3-A348-970B-B017426F593D}" sibTransId="{A26CA7D2-FFE6-6541-A9E1-457107E4C2A8}"/>
    <dgm:cxn modelId="{77056EFE-1CCB-C846-871D-9474E38E2C06}" srcId="{11D93249-0C52-E640-90CF-462BFBEB7CF3}" destId="{DBADDBA0-BA73-9645-99EF-BFFB8FD2DBD4}" srcOrd="0" destOrd="0" parTransId="{0FD572E0-7914-4941-944C-4FF6DFAD75A2}" sibTransId="{900793FD-8947-9C44-974D-CF81E50E65D4}"/>
    <dgm:cxn modelId="{4467DBFF-34A6-E94C-8541-5B13571BAE51}" srcId="{8707F30C-3BCB-1144-8490-FE6C09746081}" destId="{B92FACE6-1BE3-F94D-8F8E-5EF180FA03F1}" srcOrd="3" destOrd="0" parTransId="{B53D327D-0A7A-974E-BC07-CA46FD8969F2}" sibTransId="{62BAFB73-A18B-3343-84E3-73E7410C9785}"/>
    <dgm:cxn modelId="{771EAAC7-6F4A-3F44-8EA6-37225D78F22D}" type="presParOf" srcId="{98A826B3-EF2E-EE4A-A440-F724EDB9ED92}" destId="{0B8D55B2-2620-BF44-A813-DB555B7064FF}" srcOrd="0" destOrd="0" presId="urn:microsoft.com/office/officeart/2005/8/layout/lProcess2"/>
    <dgm:cxn modelId="{39762D2A-9F59-444E-A484-7CE2B4D0FAD3}" type="presParOf" srcId="{0B8D55B2-2620-BF44-A813-DB555B7064FF}" destId="{C8DCD7D2-1E28-7547-A6EA-287B9E0F66A3}" srcOrd="0" destOrd="0" presId="urn:microsoft.com/office/officeart/2005/8/layout/lProcess2"/>
    <dgm:cxn modelId="{2F8485CD-BD8F-4644-BE69-8538DD59D937}" type="presParOf" srcId="{0B8D55B2-2620-BF44-A813-DB555B7064FF}" destId="{2274465C-79EF-AC48-BAAF-E10A04A9F445}" srcOrd="1" destOrd="0" presId="urn:microsoft.com/office/officeart/2005/8/layout/lProcess2"/>
    <dgm:cxn modelId="{A4E20A80-917F-1846-8FE5-6C9FD6151121}" type="presParOf" srcId="{0B8D55B2-2620-BF44-A813-DB555B7064FF}" destId="{E34AF8A9-B1A6-5E44-925C-071346FEB511}" srcOrd="2" destOrd="0" presId="urn:microsoft.com/office/officeart/2005/8/layout/lProcess2"/>
    <dgm:cxn modelId="{3D4B58CC-5FA3-0548-A2BC-6A551EA6DD98}" type="presParOf" srcId="{E34AF8A9-B1A6-5E44-925C-071346FEB511}" destId="{594B53B5-A4F0-5F44-93D0-CF3B7161232C}" srcOrd="0" destOrd="0" presId="urn:microsoft.com/office/officeart/2005/8/layout/lProcess2"/>
    <dgm:cxn modelId="{3E3EBB6A-977D-BD4A-B9F5-7DBEB9C91C74}" type="presParOf" srcId="{594B53B5-A4F0-5F44-93D0-CF3B7161232C}" destId="{1E768E69-FECC-864F-BD22-ADA92D39C518}" srcOrd="0" destOrd="0" presId="urn:microsoft.com/office/officeart/2005/8/layout/lProcess2"/>
    <dgm:cxn modelId="{6DB9DE85-67D4-5A43-B6EF-1256C10570E1}" type="presParOf" srcId="{594B53B5-A4F0-5F44-93D0-CF3B7161232C}" destId="{0332AFD0-7CD8-134F-89E3-877F53479FB8}" srcOrd="1" destOrd="0" presId="urn:microsoft.com/office/officeart/2005/8/layout/lProcess2"/>
    <dgm:cxn modelId="{63763024-052A-EC4A-95B9-817B0C7BC492}" type="presParOf" srcId="{594B53B5-A4F0-5F44-93D0-CF3B7161232C}" destId="{DAEF1971-B19E-4441-BBFA-1316D2099B7A}" srcOrd="2" destOrd="0" presId="urn:microsoft.com/office/officeart/2005/8/layout/lProcess2"/>
    <dgm:cxn modelId="{EC4CB35C-2469-1242-80EE-E6B758C169FA}" type="presParOf" srcId="{594B53B5-A4F0-5F44-93D0-CF3B7161232C}" destId="{4ECE01B6-B942-9E42-92D4-552EB2641626}" srcOrd="3" destOrd="0" presId="urn:microsoft.com/office/officeart/2005/8/layout/lProcess2"/>
    <dgm:cxn modelId="{82549BD0-4130-A24A-AA03-66FEC500F2E9}" type="presParOf" srcId="{594B53B5-A4F0-5F44-93D0-CF3B7161232C}" destId="{5A8C4805-2A62-1944-AF22-ECF389245F22}" srcOrd="4" destOrd="0" presId="urn:microsoft.com/office/officeart/2005/8/layout/lProcess2"/>
    <dgm:cxn modelId="{0E2D02FB-7DA4-BA40-A908-993BB9EF29C8}" type="presParOf" srcId="{98A826B3-EF2E-EE4A-A440-F724EDB9ED92}" destId="{3E65E1DE-89BF-F447-8064-36CD65420A8E}" srcOrd="1" destOrd="0" presId="urn:microsoft.com/office/officeart/2005/8/layout/lProcess2"/>
    <dgm:cxn modelId="{C2364F23-8721-9B45-BB54-CB6B1FAD8959}" type="presParOf" srcId="{98A826B3-EF2E-EE4A-A440-F724EDB9ED92}" destId="{F715426D-F9BF-D749-A003-50AF36ECD58D}" srcOrd="2" destOrd="0" presId="urn:microsoft.com/office/officeart/2005/8/layout/lProcess2"/>
    <dgm:cxn modelId="{2D13891C-2CD1-4148-BC74-33DF935CC2F0}" type="presParOf" srcId="{F715426D-F9BF-D749-A003-50AF36ECD58D}" destId="{B3FB66F8-303C-F445-A0BF-3D5BAE638020}" srcOrd="0" destOrd="0" presId="urn:microsoft.com/office/officeart/2005/8/layout/lProcess2"/>
    <dgm:cxn modelId="{5866BC8A-E07B-E640-B783-D5DBF0D5C321}" type="presParOf" srcId="{F715426D-F9BF-D749-A003-50AF36ECD58D}" destId="{B136D304-0F98-054D-A5E2-96B317A4E43E}" srcOrd="1" destOrd="0" presId="urn:microsoft.com/office/officeart/2005/8/layout/lProcess2"/>
    <dgm:cxn modelId="{5E4EB97D-82CA-9445-9E50-B74E0BA5EE0E}" type="presParOf" srcId="{F715426D-F9BF-D749-A003-50AF36ECD58D}" destId="{D751D790-61E3-2A4E-B8A1-564D55836C44}" srcOrd="2" destOrd="0" presId="urn:microsoft.com/office/officeart/2005/8/layout/lProcess2"/>
    <dgm:cxn modelId="{55A19692-5A4D-3041-80A2-FE222034C404}" type="presParOf" srcId="{D751D790-61E3-2A4E-B8A1-564D55836C44}" destId="{AC191EFA-230B-9E44-8294-EA198D7B92AF}" srcOrd="0" destOrd="0" presId="urn:microsoft.com/office/officeart/2005/8/layout/lProcess2"/>
    <dgm:cxn modelId="{2B44CC25-3ABE-BB49-991C-77A719252B5C}" type="presParOf" srcId="{AC191EFA-230B-9E44-8294-EA198D7B92AF}" destId="{3DC49931-8BB0-1D49-94B9-1DC339B7D974}" srcOrd="0" destOrd="0" presId="urn:microsoft.com/office/officeart/2005/8/layout/lProcess2"/>
    <dgm:cxn modelId="{4DA87D48-B770-0545-A60B-2E0CC4D57450}" type="presParOf" srcId="{AC191EFA-230B-9E44-8294-EA198D7B92AF}" destId="{FECBE04C-D451-E14C-ACD4-A3EE5AA3717A}" srcOrd="1" destOrd="0" presId="urn:microsoft.com/office/officeart/2005/8/layout/lProcess2"/>
    <dgm:cxn modelId="{55A3E74A-1ECA-5C46-9636-1526E4FF7818}" type="presParOf" srcId="{AC191EFA-230B-9E44-8294-EA198D7B92AF}" destId="{FD1F0C01-C826-4044-8F30-B52343CA0228}" srcOrd="2" destOrd="0" presId="urn:microsoft.com/office/officeart/2005/8/layout/lProcess2"/>
    <dgm:cxn modelId="{EEBF7F50-4DA8-024F-94BE-05DC73AC904A}" type="presParOf" srcId="{AC191EFA-230B-9E44-8294-EA198D7B92AF}" destId="{343BC896-74D6-444A-B732-8C5F4C2CBE9F}" srcOrd="3" destOrd="0" presId="urn:microsoft.com/office/officeart/2005/8/layout/lProcess2"/>
    <dgm:cxn modelId="{5313D205-587C-6645-842D-5AB69F062E2E}" type="presParOf" srcId="{AC191EFA-230B-9E44-8294-EA198D7B92AF}" destId="{3D67AB09-57F8-8A46-A774-95A3514CE879}" srcOrd="4" destOrd="0" presId="urn:microsoft.com/office/officeart/2005/8/layout/lProcess2"/>
    <dgm:cxn modelId="{0D2EB039-D576-4E49-8637-49973FF83CA2}" type="presParOf" srcId="{98A826B3-EF2E-EE4A-A440-F724EDB9ED92}" destId="{8BB44AF3-2E5B-1D40-AEBD-867255BDF3DC}" srcOrd="3" destOrd="0" presId="urn:microsoft.com/office/officeart/2005/8/layout/lProcess2"/>
    <dgm:cxn modelId="{561C6427-7CDD-4249-93D7-F07872C04F9D}" type="presParOf" srcId="{98A826B3-EF2E-EE4A-A440-F724EDB9ED92}" destId="{4EB4A87E-0AC7-8940-8684-3D209ACE9B30}" srcOrd="4" destOrd="0" presId="urn:microsoft.com/office/officeart/2005/8/layout/lProcess2"/>
    <dgm:cxn modelId="{1F8E8414-E243-2B4F-B883-7B837F5F8218}" type="presParOf" srcId="{4EB4A87E-0AC7-8940-8684-3D209ACE9B30}" destId="{5FA1FE17-F084-4141-99E3-96544E561DBE}" srcOrd="0" destOrd="0" presId="urn:microsoft.com/office/officeart/2005/8/layout/lProcess2"/>
    <dgm:cxn modelId="{851C378E-27C1-E94D-84C7-E35A82C82D85}" type="presParOf" srcId="{4EB4A87E-0AC7-8940-8684-3D209ACE9B30}" destId="{7D37D04E-FA0B-2F48-B894-D5A95FAA8EC5}" srcOrd="1" destOrd="0" presId="urn:microsoft.com/office/officeart/2005/8/layout/lProcess2"/>
    <dgm:cxn modelId="{4127CDC3-FE40-D64E-B9BB-8E6D1C6CBAB2}" type="presParOf" srcId="{4EB4A87E-0AC7-8940-8684-3D209ACE9B30}" destId="{6C16945D-12D4-B448-8A8C-17C33774F84F}" srcOrd="2" destOrd="0" presId="urn:microsoft.com/office/officeart/2005/8/layout/lProcess2"/>
    <dgm:cxn modelId="{378CFDF5-7F81-274D-AC69-8F871FA1E05A}" type="presParOf" srcId="{6C16945D-12D4-B448-8A8C-17C33774F84F}" destId="{89C9D75D-8B69-9948-BA9A-5EEDD13A12CB}" srcOrd="0" destOrd="0" presId="urn:microsoft.com/office/officeart/2005/8/layout/lProcess2"/>
    <dgm:cxn modelId="{D6EFDC25-41BE-2548-9C63-A6513267544B}" type="presParOf" srcId="{89C9D75D-8B69-9948-BA9A-5EEDD13A12CB}" destId="{030D010C-CEFD-854E-B65E-F8C6A8281F9D}" srcOrd="0" destOrd="0" presId="urn:microsoft.com/office/officeart/2005/8/layout/lProcess2"/>
    <dgm:cxn modelId="{BA35C979-306D-674D-8CDA-20A0FB7F7FC3}" type="presParOf" srcId="{89C9D75D-8B69-9948-BA9A-5EEDD13A12CB}" destId="{5D4D4921-538B-5941-A6F0-111B7FAC1B42}" srcOrd="1" destOrd="0" presId="urn:microsoft.com/office/officeart/2005/8/layout/lProcess2"/>
    <dgm:cxn modelId="{79EBCCE8-89D2-754D-A7C5-E63934FA6D1F}" type="presParOf" srcId="{89C9D75D-8B69-9948-BA9A-5EEDD13A12CB}" destId="{D7279525-F960-5E4B-A2B1-CF8ED8FCBF72}" srcOrd="2" destOrd="0" presId="urn:microsoft.com/office/officeart/2005/8/layout/lProcess2"/>
    <dgm:cxn modelId="{5F2C2FB1-2376-9643-B252-D25EC946AE3F}" type="presParOf" srcId="{89C9D75D-8B69-9948-BA9A-5EEDD13A12CB}" destId="{8F6FEDC3-D458-6E4D-901F-C29452127094}" srcOrd="3" destOrd="0" presId="urn:microsoft.com/office/officeart/2005/8/layout/lProcess2"/>
    <dgm:cxn modelId="{B044A6B2-6D0D-7845-9831-DE1B5C3C81C6}" type="presParOf" srcId="{89C9D75D-8B69-9948-BA9A-5EEDD13A12CB}" destId="{73F6188A-22EA-3D44-B7DB-FA26A893B1A1}" srcOrd="4" destOrd="0" presId="urn:microsoft.com/office/officeart/2005/8/layout/lProcess2"/>
    <dgm:cxn modelId="{90E5E46C-BA4A-8B4A-91CA-2E3F7E4C8B7C}" type="presParOf" srcId="{98A826B3-EF2E-EE4A-A440-F724EDB9ED92}" destId="{B2E5E968-7A7B-824E-8CCA-99CE7DA0316E}" srcOrd="5" destOrd="0" presId="urn:microsoft.com/office/officeart/2005/8/layout/lProcess2"/>
    <dgm:cxn modelId="{E3880EF7-CD83-7742-8EF7-FFCD3C03D9FA}" type="presParOf" srcId="{98A826B3-EF2E-EE4A-A440-F724EDB9ED92}" destId="{51122C04-B74D-9645-9D56-03639C7689FD}" srcOrd="6" destOrd="0" presId="urn:microsoft.com/office/officeart/2005/8/layout/lProcess2"/>
    <dgm:cxn modelId="{D52DF9E9-0B25-3D46-A03B-734843C931EA}" type="presParOf" srcId="{51122C04-B74D-9645-9D56-03639C7689FD}" destId="{8046C23A-C82A-E345-966A-7AE41D3B1BDA}" srcOrd="0" destOrd="0" presId="urn:microsoft.com/office/officeart/2005/8/layout/lProcess2"/>
    <dgm:cxn modelId="{7F178773-5659-C94D-A846-474C6363E79A}" type="presParOf" srcId="{51122C04-B74D-9645-9D56-03639C7689FD}" destId="{7529623B-DF99-8047-8E27-6F8881C86128}" srcOrd="1" destOrd="0" presId="urn:microsoft.com/office/officeart/2005/8/layout/lProcess2"/>
    <dgm:cxn modelId="{266E0E4E-4AD1-E846-AA39-8C22021ADB1B}" type="presParOf" srcId="{51122C04-B74D-9645-9D56-03639C7689FD}" destId="{4CCADABD-A633-704F-A9E7-60059E39B5EB}" srcOrd="2" destOrd="0" presId="urn:microsoft.com/office/officeart/2005/8/layout/lProcess2"/>
    <dgm:cxn modelId="{D807AB71-CF67-6F47-BF92-9855DF364328}" type="presParOf" srcId="{4CCADABD-A633-704F-A9E7-60059E39B5EB}" destId="{8670ECF4-30A0-5243-AB86-809EC412D4A9}" srcOrd="0" destOrd="0" presId="urn:microsoft.com/office/officeart/2005/8/layout/lProcess2"/>
    <dgm:cxn modelId="{DDF2B071-F99F-9A4A-AD40-6BA2E4383247}" type="presParOf" srcId="{8670ECF4-30A0-5243-AB86-809EC412D4A9}" destId="{4B3F5719-0225-7846-B6FE-2B7FA2D5F942}" srcOrd="0" destOrd="0" presId="urn:microsoft.com/office/officeart/2005/8/layout/lProcess2"/>
    <dgm:cxn modelId="{35A244D7-83CA-7040-BD90-C35061BB520C}" type="presParOf" srcId="{8670ECF4-30A0-5243-AB86-809EC412D4A9}" destId="{4A2C7A23-B560-1949-AFF6-FEA80F3A2CCD}" srcOrd="1" destOrd="0" presId="urn:microsoft.com/office/officeart/2005/8/layout/lProcess2"/>
    <dgm:cxn modelId="{3BA46EBA-FB75-4C44-A8C1-CD699E4219FE}" type="presParOf" srcId="{8670ECF4-30A0-5243-AB86-809EC412D4A9}" destId="{F68BE754-D9BF-E943-9113-90B95EF31ADC}"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11CEC2-76D3-D34A-9540-3F5F4A244B28}" type="doc">
      <dgm:prSet loTypeId="urn:microsoft.com/office/officeart/2005/8/layout/hList1" loCatId="" qsTypeId="urn:microsoft.com/office/officeart/2005/8/quickstyle/simple1" qsCatId="simple" csTypeId="urn:microsoft.com/office/officeart/2005/8/colors/accent6_3" csCatId="accent6" phldr="1"/>
      <dgm:spPr/>
      <dgm:t>
        <a:bodyPr/>
        <a:lstStyle/>
        <a:p>
          <a:endParaRPr lang="en-GB"/>
        </a:p>
      </dgm:t>
    </dgm:pt>
    <dgm:pt modelId="{5F8B5596-CC28-624C-875D-308D86DA9108}">
      <dgm:prSet phldrT="[Text]"/>
      <dgm:spPr/>
      <dgm:t>
        <a:bodyPr/>
        <a:lstStyle/>
        <a:p>
          <a:r>
            <a:rPr lang="en-GB" dirty="0"/>
            <a:t>Collect Raw Data</a:t>
          </a:r>
        </a:p>
      </dgm:t>
    </dgm:pt>
    <dgm:pt modelId="{E7BE5DCE-59D9-144A-A47B-95540E2DED7B}" type="parTrans" cxnId="{5052B5A3-BB4E-3441-9567-86D5B8FACD78}">
      <dgm:prSet/>
      <dgm:spPr/>
      <dgm:t>
        <a:bodyPr/>
        <a:lstStyle/>
        <a:p>
          <a:endParaRPr lang="en-GB"/>
        </a:p>
      </dgm:t>
    </dgm:pt>
    <dgm:pt modelId="{8DAADF8E-B2DE-AF46-B37F-7313ADF8A6E7}" type="sibTrans" cxnId="{5052B5A3-BB4E-3441-9567-86D5B8FACD78}">
      <dgm:prSet/>
      <dgm:spPr/>
      <dgm:t>
        <a:bodyPr/>
        <a:lstStyle/>
        <a:p>
          <a:endParaRPr lang="en-GB"/>
        </a:p>
      </dgm:t>
    </dgm:pt>
    <dgm:pt modelId="{0C287FA2-CAFE-2A45-B042-C15AFAFA085E}">
      <dgm:prSet phldrT="[Text]"/>
      <dgm:spPr/>
      <dgm:t>
        <a:bodyPr/>
        <a:lstStyle/>
        <a:p>
          <a:pPr>
            <a:buFont typeface="+mj-lt"/>
            <a:buAutoNum type="arabicPeriod"/>
          </a:pPr>
          <a:r>
            <a:rPr lang="en-SG" dirty="0"/>
            <a:t>Cloud Images from Japan satellite (Himarwari-8/9) </a:t>
          </a:r>
          <a:endParaRPr lang="en-GB" dirty="0"/>
        </a:p>
      </dgm:t>
    </dgm:pt>
    <dgm:pt modelId="{E9ADD387-C6F1-0E42-90A1-5A1197DB7EE5}" type="parTrans" cxnId="{CCA6C86F-DA83-B14F-8606-18E3770AF8DA}">
      <dgm:prSet/>
      <dgm:spPr/>
      <dgm:t>
        <a:bodyPr/>
        <a:lstStyle/>
        <a:p>
          <a:endParaRPr lang="en-GB"/>
        </a:p>
      </dgm:t>
    </dgm:pt>
    <dgm:pt modelId="{C25ED517-F8EA-914F-8D8C-8995684C2314}" type="sibTrans" cxnId="{CCA6C86F-DA83-B14F-8606-18E3770AF8DA}">
      <dgm:prSet/>
      <dgm:spPr/>
      <dgm:t>
        <a:bodyPr/>
        <a:lstStyle/>
        <a:p>
          <a:endParaRPr lang="en-GB"/>
        </a:p>
      </dgm:t>
    </dgm:pt>
    <dgm:pt modelId="{6BFBD178-B1CE-694A-8832-7B9C20FC4D04}">
      <dgm:prSet phldrT="[Text]"/>
      <dgm:spPr/>
      <dgm:t>
        <a:bodyPr/>
        <a:lstStyle/>
        <a:p>
          <a:r>
            <a:rPr lang="en-GB" dirty="0"/>
            <a:t>Pre-Processing</a:t>
          </a:r>
        </a:p>
      </dgm:t>
    </dgm:pt>
    <dgm:pt modelId="{60C236CB-EDFC-3648-A2FB-A53A0019B571}" type="parTrans" cxnId="{544987CB-258D-3A40-9BD5-AE24509F7AE9}">
      <dgm:prSet/>
      <dgm:spPr/>
      <dgm:t>
        <a:bodyPr/>
        <a:lstStyle/>
        <a:p>
          <a:endParaRPr lang="en-GB"/>
        </a:p>
      </dgm:t>
    </dgm:pt>
    <dgm:pt modelId="{CE1A226D-122A-1645-AF2B-E293A09C0C3A}" type="sibTrans" cxnId="{544987CB-258D-3A40-9BD5-AE24509F7AE9}">
      <dgm:prSet/>
      <dgm:spPr/>
      <dgm:t>
        <a:bodyPr/>
        <a:lstStyle/>
        <a:p>
          <a:endParaRPr lang="en-GB"/>
        </a:p>
      </dgm:t>
    </dgm:pt>
    <dgm:pt modelId="{562402DD-913B-A942-8259-B345FB37C293}">
      <dgm:prSet phldrT="[Text]"/>
      <dgm:spPr/>
      <dgm:t>
        <a:bodyPr/>
        <a:lstStyle/>
        <a:p>
          <a:r>
            <a:rPr lang="en-GB" dirty="0"/>
            <a:t>Cleansing</a:t>
          </a:r>
        </a:p>
      </dgm:t>
    </dgm:pt>
    <dgm:pt modelId="{3DC2ADF8-A6AE-1242-AAB6-20C6FEE009CE}" type="parTrans" cxnId="{6BE7E18D-6B38-4E4A-92FA-F70B9A2C9DF0}">
      <dgm:prSet/>
      <dgm:spPr/>
      <dgm:t>
        <a:bodyPr/>
        <a:lstStyle/>
        <a:p>
          <a:endParaRPr lang="en-GB"/>
        </a:p>
      </dgm:t>
    </dgm:pt>
    <dgm:pt modelId="{07E740A8-F5A2-4046-B9FE-892978853A48}" type="sibTrans" cxnId="{6BE7E18D-6B38-4E4A-92FA-F70B9A2C9DF0}">
      <dgm:prSet/>
      <dgm:spPr/>
      <dgm:t>
        <a:bodyPr/>
        <a:lstStyle/>
        <a:p>
          <a:endParaRPr lang="en-GB"/>
        </a:p>
      </dgm:t>
    </dgm:pt>
    <dgm:pt modelId="{441E9172-4C6B-9845-B29F-70947714FA86}">
      <dgm:prSet phldrT="[Text]"/>
      <dgm:spPr/>
      <dgm:t>
        <a:bodyPr/>
        <a:lstStyle/>
        <a:p>
          <a:r>
            <a:rPr lang="en-GB" dirty="0"/>
            <a:t>Model Training Strategy</a:t>
          </a:r>
        </a:p>
      </dgm:t>
    </dgm:pt>
    <dgm:pt modelId="{F18570CB-2C22-6B44-B9B4-76A82A8D1159}" type="parTrans" cxnId="{E2FB638B-8C8C-A04C-9045-BCAC6BF64D5D}">
      <dgm:prSet/>
      <dgm:spPr/>
      <dgm:t>
        <a:bodyPr/>
        <a:lstStyle/>
        <a:p>
          <a:endParaRPr lang="en-GB"/>
        </a:p>
      </dgm:t>
    </dgm:pt>
    <dgm:pt modelId="{759D0AE0-48DF-5644-8523-D479B15B7AD8}" type="sibTrans" cxnId="{E2FB638B-8C8C-A04C-9045-BCAC6BF64D5D}">
      <dgm:prSet/>
      <dgm:spPr/>
      <dgm:t>
        <a:bodyPr/>
        <a:lstStyle/>
        <a:p>
          <a:endParaRPr lang="en-GB"/>
        </a:p>
      </dgm:t>
    </dgm:pt>
    <dgm:pt modelId="{958024CC-6C02-0944-8A0F-9EF99246B243}">
      <dgm:prSet phldrT="[Text]"/>
      <dgm:spPr/>
      <dgm:t>
        <a:bodyPr/>
        <a:lstStyle/>
        <a:p>
          <a:r>
            <a:rPr lang="en-GB" dirty="0"/>
            <a:t>Forecast</a:t>
          </a:r>
        </a:p>
      </dgm:t>
    </dgm:pt>
    <dgm:pt modelId="{4950F68C-F877-8C41-81C6-3DF6F8A4C1A7}" type="parTrans" cxnId="{3178E8E2-F2BF-0245-B343-8692B9D47556}">
      <dgm:prSet/>
      <dgm:spPr/>
      <dgm:t>
        <a:bodyPr/>
        <a:lstStyle/>
        <a:p>
          <a:endParaRPr lang="en-GB"/>
        </a:p>
      </dgm:t>
    </dgm:pt>
    <dgm:pt modelId="{33E91A41-1F92-7145-A414-4F94131FED62}" type="sibTrans" cxnId="{3178E8E2-F2BF-0245-B343-8692B9D47556}">
      <dgm:prSet/>
      <dgm:spPr/>
      <dgm:t>
        <a:bodyPr/>
        <a:lstStyle/>
        <a:p>
          <a:endParaRPr lang="en-GB"/>
        </a:p>
      </dgm:t>
    </dgm:pt>
    <dgm:pt modelId="{506DA05E-69FD-4741-BDD9-4C2D0E2068CB}">
      <dgm:prSet phldrT="[Text]"/>
      <dgm:spPr/>
      <dgm:t>
        <a:bodyPr/>
        <a:lstStyle/>
        <a:p>
          <a:r>
            <a:rPr lang="en-GB" dirty="0"/>
            <a:t>Forecast based on the user’s enquire</a:t>
          </a:r>
        </a:p>
      </dgm:t>
    </dgm:pt>
    <dgm:pt modelId="{8EB3BC9D-0A4D-5849-A1C0-643DFCBB1AD8}" type="parTrans" cxnId="{935F25EA-62B6-E642-AF64-8842BBDE5C59}">
      <dgm:prSet/>
      <dgm:spPr/>
      <dgm:t>
        <a:bodyPr/>
        <a:lstStyle/>
        <a:p>
          <a:endParaRPr lang="en-GB"/>
        </a:p>
      </dgm:t>
    </dgm:pt>
    <dgm:pt modelId="{AD350424-A966-4E44-8868-C48F01A63612}" type="sibTrans" cxnId="{935F25EA-62B6-E642-AF64-8842BBDE5C59}">
      <dgm:prSet/>
      <dgm:spPr/>
      <dgm:t>
        <a:bodyPr/>
        <a:lstStyle/>
        <a:p>
          <a:endParaRPr lang="en-GB"/>
        </a:p>
      </dgm:t>
    </dgm:pt>
    <dgm:pt modelId="{2C87074F-2039-D645-B70D-BEF095E739F0}">
      <dgm:prSet phldrT="[Text]"/>
      <dgm:spPr/>
      <dgm:t>
        <a:bodyPr/>
        <a:lstStyle/>
        <a:p>
          <a:r>
            <a:rPr lang="en-GB" dirty="0"/>
            <a:t>Store the data (location, forecast outcome and user account for further improvement on accuracy of the model</a:t>
          </a:r>
        </a:p>
      </dgm:t>
    </dgm:pt>
    <dgm:pt modelId="{1BB1B448-59FA-7F47-9668-E7762B6B51BF}" type="parTrans" cxnId="{871AD6B9-BE65-BE4B-9515-2D8FAA7AE169}">
      <dgm:prSet/>
      <dgm:spPr/>
      <dgm:t>
        <a:bodyPr/>
        <a:lstStyle/>
        <a:p>
          <a:endParaRPr lang="en-GB"/>
        </a:p>
      </dgm:t>
    </dgm:pt>
    <dgm:pt modelId="{38EEF77F-B4B0-F84B-AE46-9D1FA1B93662}" type="sibTrans" cxnId="{871AD6B9-BE65-BE4B-9515-2D8FAA7AE169}">
      <dgm:prSet/>
      <dgm:spPr/>
      <dgm:t>
        <a:bodyPr/>
        <a:lstStyle/>
        <a:p>
          <a:endParaRPr lang="en-GB"/>
        </a:p>
      </dgm:t>
    </dgm:pt>
    <dgm:pt modelId="{D282254D-245C-E84D-9A41-D1469E7D8345}">
      <dgm:prSet/>
      <dgm:spPr/>
      <dgm:t>
        <a:bodyPr/>
        <a:lstStyle/>
        <a:p>
          <a:pPr>
            <a:buFont typeface="+mj-lt"/>
            <a:buAutoNum type="arabicPeriod"/>
          </a:pPr>
          <a:r>
            <a:rPr lang="en-SG" dirty="0"/>
            <a:t>Raining, temperature, humanity and PM2.5 from </a:t>
          </a:r>
          <a:r>
            <a:rPr lang="en-SG" dirty="0">
              <a:hlinkClick xmlns:r="http://schemas.openxmlformats.org/officeDocument/2006/relationships" r:id="rId1"/>
            </a:rPr>
            <a:t>data.gov.sg</a:t>
          </a:r>
          <a:endParaRPr lang="en-SG" dirty="0"/>
        </a:p>
      </dgm:t>
    </dgm:pt>
    <dgm:pt modelId="{17DFC1FE-304D-DE45-817F-252401C7F450}" type="parTrans" cxnId="{D05643AB-68DA-8E44-AD4B-818EE6DFAA9E}">
      <dgm:prSet/>
      <dgm:spPr/>
      <dgm:t>
        <a:bodyPr/>
        <a:lstStyle/>
        <a:p>
          <a:endParaRPr lang="en-GB"/>
        </a:p>
      </dgm:t>
    </dgm:pt>
    <dgm:pt modelId="{322C811C-F82F-D84D-BBA9-688BC305CBA0}" type="sibTrans" cxnId="{D05643AB-68DA-8E44-AD4B-818EE6DFAA9E}">
      <dgm:prSet/>
      <dgm:spPr/>
      <dgm:t>
        <a:bodyPr/>
        <a:lstStyle/>
        <a:p>
          <a:endParaRPr lang="en-GB"/>
        </a:p>
      </dgm:t>
    </dgm:pt>
    <dgm:pt modelId="{46B13EC8-A7D9-EF42-8536-7228D07BF5E2}">
      <dgm:prSet/>
      <dgm:spPr/>
      <dgm:t>
        <a:bodyPr/>
        <a:lstStyle/>
        <a:p>
          <a:pPr>
            <a:buFont typeface="+mj-lt"/>
            <a:buAutoNum type="arabicPeriod"/>
          </a:pPr>
          <a:r>
            <a:rPr lang="en-SG" dirty="0"/>
            <a:t>All data will be kept in data lake (S3 bucket) for pre-processing processing</a:t>
          </a:r>
        </a:p>
      </dgm:t>
    </dgm:pt>
    <dgm:pt modelId="{E59C34B8-864A-8C47-BEB9-5E5BCA5BA601}" type="parTrans" cxnId="{51F7D622-D3AA-4344-A971-DD5022EA374C}">
      <dgm:prSet/>
      <dgm:spPr/>
      <dgm:t>
        <a:bodyPr/>
        <a:lstStyle/>
        <a:p>
          <a:endParaRPr lang="en-GB"/>
        </a:p>
      </dgm:t>
    </dgm:pt>
    <dgm:pt modelId="{B0EF0FED-C298-2846-ABAA-63A74B24D069}" type="sibTrans" cxnId="{51F7D622-D3AA-4344-A971-DD5022EA374C}">
      <dgm:prSet/>
      <dgm:spPr/>
      <dgm:t>
        <a:bodyPr/>
        <a:lstStyle/>
        <a:p>
          <a:endParaRPr lang="en-GB"/>
        </a:p>
      </dgm:t>
    </dgm:pt>
    <dgm:pt modelId="{02AB5B72-23EC-6144-9108-9DBE0391FB3D}">
      <dgm:prSet phldrT="[Text]"/>
      <dgm:spPr/>
      <dgm:t>
        <a:bodyPr/>
        <a:lstStyle/>
        <a:p>
          <a:r>
            <a:rPr lang="en-GB" dirty="0"/>
            <a:t>Timestamp Alignment Strategy (Resample to unified frequency)</a:t>
          </a:r>
        </a:p>
      </dgm:t>
    </dgm:pt>
    <dgm:pt modelId="{645F8B31-32A2-054D-8AB0-496BE4E9C99B}" type="parTrans" cxnId="{9AE9F6D8-4F74-C741-B395-27651F2314C9}">
      <dgm:prSet/>
      <dgm:spPr/>
      <dgm:t>
        <a:bodyPr/>
        <a:lstStyle/>
        <a:p>
          <a:endParaRPr lang="en-GB"/>
        </a:p>
      </dgm:t>
    </dgm:pt>
    <dgm:pt modelId="{E1483D02-07BD-C94E-B4FA-B3F0FB0E26B6}" type="sibTrans" cxnId="{9AE9F6D8-4F74-C741-B395-27651F2314C9}">
      <dgm:prSet/>
      <dgm:spPr/>
      <dgm:t>
        <a:bodyPr/>
        <a:lstStyle/>
        <a:p>
          <a:endParaRPr lang="en-GB"/>
        </a:p>
      </dgm:t>
    </dgm:pt>
    <dgm:pt modelId="{FA768843-31DF-F54D-8BE0-8DD906CFB400}" type="pres">
      <dgm:prSet presAssocID="{2211CEC2-76D3-D34A-9540-3F5F4A244B28}" presName="Name0" presStyleCnt="0">
        <dgm:presLayoutVars>
          <dgm:dir/>
          <dgm:animLvl val="lvl"/>
          <dgm:resizeHandles val="exact"/>
        </dgm:presLayoutVars>
      </dgm:prSet>
      <dgm:spPr/>
    </dgm:pt>
    <dgm:pt modelId="{449893A6-199F-C942-B234-FE2D4D45D683}" type="pres">
      <dgm:prSet presAssocID="{5F8B5596-CC28-624C-875D-308D86DA9108}" presName="composite" presStyleCnt="0"/>
      <dgm:spPr/>
    </dgm:pt>
    <dgm:pt modelId="{3E3B3F36-9C42-2045-A8E3-2764487B3689}" type="pres">
      <dgm:prSet presAssocID="{5F8B5596-CC28-624C-875D-308D86DA9108}" presName="parTx" presStyleLbl="alignNode1" presStyleIdx="0" presStyleCnt="3">
        <dgm:presLayoutVars>
          <dgm:chMax val="0"/>
          <dgm:chPref val="0"/>
          <dgm:bulletEnabled val="1"/>
        </dgm:presLayoutVars>
      </dgm:prSet>
      <dgm:spPr/>
    </dgm:pt>
    <dgm:pt modelId="{C55F5BBF-2352-7D4F-B389-5A3F8D58A903}" type="pres">
      <dgm:prSet presAssocID="{5F8B5596-CC28-624C-875D-308D86DA9108}" presName="desTx" presStyleLbl="alignAccFollowNode1" presStyleIdx="0" presStyleCnt="3">
        <dgm:presLayoutVars>
          <dgm:bulletEnabled val="1"/>
        </dgm:presLayoutVars>
      </dgm:prSet>
      <dgm:spPr/>
    </dgm:pt>
    <dgm:pt modelId="{5006204D-A336-DF42-AE13-86EC470AD1AF}" type="pres">
      <dgm:prSet presAssocID="{8DAADF8E-B2DE-AF46-B37F-7313ADF8A6E7}" presName="space" presStyleCnt="0"/>
      <dgm:spPr/>
    </dgm:pt>
    <dgm:pt modelId="{18D56064-F7E7-474E-82C5-9CC847352345}" type="pres">
      <dgm:prSet presAssocID="{6BFBD178-B1CE-694A-8832-7B9C20FC4D04}" presName="composite" presStyleCnt="0"/>
      <dgm:spPr/>
    </dgm:pt>
    <dgm:pt modelId="{942742C8-FCD0-314B-B57B-14E3276CD660}" type="pres">
      <dgm:prSet presAssocID="{6BFBD178-B1CE-694A-8832-7B9C20FC4D04}" presName="parTx" presStyleLbl="alignNode1" presStyleIdx="1" presStyleCnt="3">
        <dgm:presLayoutVars>
          <dgm:chMax val="0"/>
          <dgm:chPref val="0"/>
          <dgm:bulletEnabled val="1"/>
        </dgm:presLayoutVars>
      </dgm:prSet>
      <dgm:spPr/>
    </dgm:pt>
    <dgm:pt modelId="{94232916-FD00-FB42-9ED7-576D4391AF9E}" type="pres">
      <dgm:prSet presAssocID="{6BFBD178-B1CE-694A-8832-7B9C20FC4D04}" presName="desTx" presStyleLbl="alignAccFollowNode1" presStyleIdx="1" presStyleCnt="3">
        <dgm:presLayoutVars>
          <dgm:bulletEnabled val="1"/>
        </dgm:presLayoutVars>
      </dgm:prSet>
      <dgm:spPr/>
    </dgm:pt>
    <dgm:pt modelId="{AC0A36C8-AF29-EF4E-9EC6-E7BA17FCD7E1}" type="pres">
      <dgm:prSet presAssocID="{CE1A226D-122A-1645-AF2B-E293A09C0C3A}" presName="space" presStyleCnt="0"/>
      <dgm:spPr/>
    </dgm:pt>
    <dgm:pt modelId="{70D11B7C-8183-F046-B9FA-A42983659BB2}" type="pres">
      <dgm:prSet presAssocID="{958024CC-6C02-0944-8A0F-9EF99246B243}" presName="composite" presStyleCnt="0"/>
      <dgm:spPr/>
    </dgm:pt>
    <dgm:pt modelId="{7661EAD8-9BE7-C74F-B355-2BB881871613}" type="pres">
      <dgm:prSet presAssocID="{958024CC-6C02-0944-8A0F-9EF99246B243}" presName="parTx" presStyleLbl="alignNode1" presStyleIdx="2" presStyleCnt="3">
        <dgm:presLayoutVars>
          <dgm:chMax val="0"/>
          <dgm:chPref val="0"/>
          <dgm:bulletEnabled val="1"/>
        </dgm:presLayoutVars>
      </dgm:prSet>
      <dgm:spPr/>
    </dgm:pt>
    <dgm:pt modelId="{34B09715-79F8-9443-8D4D-D719FFBCFAB0}" type="pres">
      <dgm:prSet presAssocID="{958024CC-6C02-0944-8A0F-9EF99246B243}" presName="desTx" presStyleLbl="alignAccFollowNode1" presStyleIdx="2" presStyleCnt="3">
        <dgm:presLayoutVars>
          <dgm:bulletEnabled val="1"/>
        </dgm:presLayoutVars>
      </dgm:prSet>
      <dgm:spPr/>
    </dgm:pt>
  </dgm:ptLst>
  <dgm:cxnLst>
    <dgm:cxn modelId="{D32C530E-8B31-6E4D-B29E-447EFE196BCA}" type="presOf" srcId="{5F8B5596-CC28-624C-875D-308D86DA9108}" destId="{3E3B3F36-9C42-2045-A8E3-2764487B3689}" srcOrd="0" destOrd="0" presId="urn:microsoft.com/office/officeart/2005/8/layout/hList1"/>
    <dgm:cxn modelId="{51F7D622-D3AA-4344-A971-DD5022EA374C}" srcId="{5F8B5596-CC28-624C-875D-308D86DA9108}" destId="{46B13EC8-A7D9-EF42-8536-7228D07BF5E2}" srcOrd="2" destOrd="0" parTransId="{E59C34B8-864A-8C47-BEB9-5E5BCA5BA601}" sibTransId="{B0EF0FED-C298-2846-ABAA-63A74B24D069}"/>
    <dgm:cxn modelId="{0CA48A23-5C40-7048-BE24-E34AD6D469D4}" type="presOf" srcId="{6BFBD178-B1CE-694A-8832-7B9C20FC4D04}" destId="{942742C8-FCD0-314B-B57B-14E3276CD660}" srcOrd="0" destOrd="0" presId="urn:microsoft.com/office/officeart/2005/8/layout/hList1"/>
    <dgm:cxn modelId="{E703FD2A-22F2-1445-901A-BA07A7B5EDB5}" type="presOf" srcId="{2211CEC2-76D3-D34A-9540-3F5F4A244B28}" destId="{FA768843-31DF-F54D-8BE0-8DD906CFB400}" srcOrd="0" destOrd="0" presId="urn:microsoft.com/office/officeart/2005/8/layout/hList1"/>
    <dgm:cxn modelId="{95F6DF4C-105B-D14F-A1C6-2A250E836271}" type="presOf" srcId="{958024CC-6C02-0944-8A0F-9EF99246B243}" destId="{7661EAD8-9BE7-C74F-B355-2BB881871613}" srcOrd="0" destOrd="0" presId="urn:microsoft.com/office/officeart/2005/8/layout/hList1"/>
    <dgm:cxn modelId="{2BE98454-D8D8-B741-A4D9-39475B62077E}" type="presOf" srcId="{46B13EC8-A7D9-EF42-8536-7228D07BF5E2}" destId="{C55F5BBF-2352-7D4F-B389-5A3F8D58A903}" srcOrd="0" destOrd="2" presId="urn:microsoft.com/office/officeart/2005/8/layout/hList1"/>
    <dgm:cxn modelId="{CCA6C86F-DA83-B14F-8606-18E3770AF8DA}" srcId="{5F8B5596-CC28-624C-875D-308D86DA9108}" destId="{0C287FA2-CAFE-2A45-B042-C15AFAFA085E}" srcOrd="0" destOrd="0" parTransId="{E9ADD387-C6F1-0E42-90A1-5A1197DB7EE5}" sibTransId="{C25ED517-F8EA-914F-8D8C-8995684C2314}"/>
    <dgm:cxn modelId="{BADBBD70-D6E3-3F41-AF8E-B0EEAD42EC12}" type="presOf" srcId="{562402DD-913B-A942-8259-B345FB37C293}" destId="{94232916-FD00-FB42-9ED7-576D4391AF9E}" srcOrd="0" destOrd="0" presId="urn:microsoft.com/office/officeart/2005/8/layout/hList1"/>
    <dgm:cxn modelId="{E2FB638B-8C8C-A04C-9045-BCAC6BF64D5D}" srcId="{6BFBD178-B1CE-694A-8832-7B9C20FC4D04}" destId="{441E9172-4C6B-9845-B29F-70947714FA86}" srcOrd="2" destOrd="0" parTransId="{F18570CB-2C22-6B44-B9B4-76A82A8D1159}" sibTransId="{759D0AE0-48DF-5644-8523-D479B15B7AD8}"/>
    <dgm:cxn modelId="{BD60D18B-FC54-D244-ADC3-105FA9079514}" type="presOf" srcId="{441E9172-4C6B-9845-B29F-70947714FA86}" destId="{94232916-FD00-FB42-9ED7-576D4391AF9E}" srcOrd="0" destOrd="2" presId="urn:microsoft.com/office/officeart/2005/8/layout/hList1"/>
    <dgm:cxn modelId="{6BE7E18D-6B38-4E4A-92FA-F70B9A2C9DF0}" srcId="{6BFBD178-B1CE-694A-8832-7B9C20FC4D04}" destId="{562402DD-913B-A942-8259-B345FB37C293}" srcOrd="0" destOrd="0" parTransId="{3DC2ADF8-A6AE-1242-AAB6-20C6FEE009CE}" sibTransId="{07E740A8-F5A2-4046-B9FE-892978853A48}"/>
    <dgm:cxn modelId="{46A42F98-4C48-A444-AFCD-2CBD07AAFC92}" type="presOf" srcId="{506DA05E-69FD-4741-BDD9-4C2D0E2068CB}" destId="{34B09715-79F8-9443-8D4D-D719FFBCFAB0}" srcOrd="0" destOrd="0" presId="urn:microsoft.com/office/officeart/2005/8/layout/hList1"/>
    <dgm:cxn modelId="{219C859E-BB3A-1C46-9A45-E5BF750FADD1}" type="presOf" srcId="{0C287FA2-CAFE-2A45-B042-C15AFAFA085E}" destId="{C55F5BBF-2352-7D4F-B389-5A3F8D58A903}" srcOrd="0" destOrd="0" presId="urn:microsoft.com/office/officeart/2005/8/layout/hList1"/>
    <dgm:cxn modelId="{5052B5A3-BB4E-3441-9567-86D5B8FACD78}" srcId="{2211CEC2-76D3-D34A-9540-3F5F4A244B28}" destId="{5F8B5596-CC28-624C-875D-308D86DA9108}" srcOrd="0" destOrd="0" parTransId="{E7BE5DCE-59D9-144A-A47B-95540E2DED7B}" sibTransId="{8DAADF8E-B2DE-AF46-B37F-7313ADF8A6E7}"/>
    <dgm:cxn modelId="{D05643AB-68DA-8E44-AD4B-818EE6DFAA9E}" srcId="{5F8B5596-CC28-624C-875D-308D86DA9108}" destId="{D282254D-245C-E84D-9A41-D1469E7D8345}" srcOrd="1" destOrd="0" parTransId="{17DFC1FE-304D-DE45-817F-252401C7F450}" sibTransId="{322C811C-F82F-D84D-BBA9-688BC305CBA0}"/>
    <dgm:cxn modelId="{8778C7AF-E45B-A74F-97CA-EF320F49EA93}" type="presOf" srcId="{D282254D-245C-E84D-9A41-D1469E7D8345}" destId="{C55F5BBF-2352-7D4F-B389-5A3F8D58A903}" srcOrd="0" destOrd="1" presId="urn:microsoft.com/office/officeart/2005/8/layout/hList1"/>
    <dgm:cxn modelId="{871AD6B9-BE65-BE4B-9515-2D8FAA7AE169}" srcId="{958024CC-6C02-0944-8A0F-9EF99246B243}" destId="{2C87074F-2039-D645-B70D-BEF095E739F0}" srcOrd="1" destOrd="0" parTransId="{1BB1B448-59FA-7F47-9668-E7762B6B51BF}" sibTransId="{38EEF77F-B4B0-F84B-AE46-9D1FA1B93662}"/>
    <dgm:cxn modelId="{544987CB-258D-3A40-9BD5-AE24509F7AE9}" srcId="{2211CEC2-76D3-D34A-9540-3F5F4A244B28}" destId="{6BFBD178-B1CE-694A-8832-7B9C20FC4D04}" srcOrd="1" destOrd="0" parTransId="{60C236CB-EDFC-3648-A2FB-A53A0019B571}" sibTransId="{CE1A226D-122A-1645-AF2B-E293A09C0C3A}"/>
    <dgm:cxn modelId="{9AE9F6D8-4F74-C741-B395-27651F2314C9}" srcId="{6BFBD178-B1CE-694A-8832-7B9C20FC4D04}" destId="{02AB5B72-23EC-6144-9108-9DBE0391FB3D}" srcOrd="1" destOrd="0" parTransId="{645F8B31-32A2-054D-8AB0-496BE4E9C99B}" sibTransId="{E1483D02-07BD-C94E-B4FA-B3F0FB0E26B6}"/>
    <dgm:cxn modelId="{3178E8E2-F2BF-0245-B343-8692B9D47556}" srcId="{2211CEC2-76D3-D34A-9540-3F5F4A244B28}" destId="{958024CC-6C02-0944-8A0F-9EF99246B243}" srcOrd="2" destOrd="0" parTransId="{4950F68C-F877-8C41-81C6-3DF6F8A4C1A7}" sibTransId="{33E91A41-1F92-7145-A414-4F94131FED62}"/>
    <dgm:cxn modelId="{4C453AE8-8AA0-CD4B-91C8-1673196F88A6}" type="presOf" srcId="{2C87074F-2039-D645-B70D-BEF095E739F0}" destId="{34B09715-79F8-9443-8D4D-D719FFBCFAB0}" srcOrd="0" destOrd="1" presId="urn:microsoft.com/office/officeart/2005/8/layout/hList1"/>
    <dgm:cxn modelId="{935F25EA-62B6-E642-AF64-8842BBDE5C59}" srcId="{958024CC-6C02-0944-8A0F-9EF99246B243}" destId="{506DA05E-69FD-4741-BDD9-4C2D0E2068CB}" srcOrd="0" destOrd="0" parTransId="{8EB3BC9D-0A4D-5849-A1C0-643DFCBB1AD8}" sibTransId="{AD350424-A966-4E44-8868-C48F01A63612}"/>
    <dgm:cxn modelId="{ED4751FF-3269-4440-9EA1-344AB74E5667}" type="presOf" srcId="{02AB5B72-23EC-6144-9108-9DBE0391FB3D}" destId="{94232916-FD00-FB42-9ED7-576D4391AF9E}" srcOrd="0" destOrd="1" presId="urn:microsoft.com/office/officeart/2005/8/layout/hList1"/>
    <dgm:cxn modelId="{FEE232E0-66D5-CF4A-8017-E6C69A73E752}" type="presParOf" srcId="{FA768843-31DF-F54D-8BE0-8DD906CFB400}" destId="{449893A6-199F-C942-B234-FE2D4D45D683}" srcOrd="0" destOrd="0" presId="urn:microsoft.com/office/officeart/2005/8/layout/hList1"/>
    <dgm:cxn modelId="{BB618F97-857D-234B-AAEF-F104E6EA16AE}" type="presParOf" srcId="{449893A6-199F-C942-B234-FE2D4D45D683}" destId="{3E3B3F36-9C42-2045-A8E3-2764487B3689}" srcOrd="0" destOrd="0" presId="urn:microsoft.com/office/officeart/2005/8/layout/hList1"/>
    <dgm:cxn modelId="{4AD30991-2C7B-7249-B2B4-07C6312E9988}" type="presParOf" srcId="{449893A6-199F-C942-B234-FE2D4D45D683}" destId="{C55F5BBF-2352-7D4F-B389-5A3F8D58A903}" srcOrd="1" destOrd="0" presId="urn:microsoft.com/office/officeart/2005/8/layout/hList1"/>
    <dgm:cxn modelId="{DD8A55AF-310B-7443-A91F-BEF3A2610052}" type="presParOf" srcId="{FA768843-31DF-F54D-8BE0-8DD906CFB400}" destId="{5006204D-A336-DF42-AE13-86EC470AD1AF}" srcOrd="1" destOrd="0" presId="urn:microsoft.com/office/officeart/2005/8/layout/hList1"/>
    <dgm:cxn modelId="{C1D2F488-16D8-D343-B8E3-4A7103B4BDE8}" type="presParOf" srcId="{FA768843-31DF-F54D-8BE0-8DD906CFB400}" destId="{18D56064-F7E7-474E-82C5-9CC847352345}" srcOrd="2" destOrd="0" presId="urn:microsoft.com/office/officeart/2005/8/layout/hList1"/>
    <dgm:cxn modelId="{08DCE8A9-B88F-5F41-A39B-CBDCA9131513}" type="presParOf" srcId="{18D56064-F7E7-474E-82C5-9CC847352345}" destId="{942742C8-FCD0-314B-B57B-14E3276CD660}" srcOrd="0" destOrd="0" presId="urn:microsoft.com/office/officeart/2005/8/layout/hList1"/>
    <dgm:cxn modelId="{BC2E427F-27DE-4641-9EB8-28E85DE2F192}" type="presParOf" srcId="{18D56064-F7E7-474E-82C5-9CC847352345}" destId="{94232916-FD00-FB42-9ED7-576D4391AF9E}" srcOrd="1" destOrd="0" presId="urn:microsoft.com/office/officeart/2005/8/layout/hList1"/>
    <dgm:cxn modelId="{D74A70F1-51BE-DA47-B6B3-FB59BD01B9FF}" type="presParOf" srcId="{FA768843-31DF-F54D-8BE0-8DD906CFB400}" destId="{AC0A36C8-AF29-EF4E-9EC6-E7BA17FCD7E1}" srcOrd="3" destOrd="0" presId="urn:microsoft.com/office/officeart/2005/8/layout/hList1"/>
    <dgm:cxn modelId="{BBAAF356-F577-0848-85BC-3E6A3FC66253}" type="presParOf" srcId="{FA768843-31DF-F54D-8BE0-8DD906CFB400}" destId="{70D11B7C-8183-F046-B9FA-A42983659BB2}" srcOrd="4" destOrd="0" presId="urn:microsoft.com/office/officeart/2005/8/layout/hList1"/>
    <dgm:cxn modelId="{0092D191-BC54-1043-9F3C-7A3E88D586B4}" type="presParOf" srcId="{70D11B7C-8183-F046-B9FA-A42983659BB2}" destId="{7661EAD8-9BE7-C74F-B355-2BB881871613}" srcOrd="0" destOrd="0" presId="urn:microsoft.com/office/officeart/2005/8/layout/hList1"/>
    <dgm:cxn modelId="{3F54F3E0-AF28-C345-B9E1-9356972832D8}" type="presParOf" srcId="{70D11B7C-8183-F046-B9FA-A42983659BB2}" destId="{34B09715-79F8-9443-8D4D-D719FFBCFAB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E3DDAC-53CE-4C4D-9D45-FF9D5F07793B}" type="doc">
      <dgm:prSet loTypeId="urn:microsoft.com/office/officeart/2005/8/layout/cycle7" loCatId="" qsTypeId="urn:microsoft.com/office/officeart/2005/8/quickstyle/simple1" qsCatId="simple" csTypeId="urn:microsoft.com/office/officeart/2005/8/colors/accent1_2" csCatId="accent1" phldr="1"/>
      <dgm:spPr/>
      <dgm:t>
        <a:bodyPr/>
        <a:lstStyle/>
        <a:p>
          <a:endParaRPr lang="en-GB"/>
        </a:p>
      </dgm:t>
    </dgm:pt>
    <dgm:pt modelId="{926FBD3C-6046-7641-BACD-DC56C77A7C6E}">
      <dgm:prSet phldrT="[Text]" custT="1"/>
      <dgm:spPr/>
      <dgm:t>
        <a:bodyPr/>
        <a:lstStyle/>
        <a:p>
          <a:pPr>
            <a:buNone/>
          </a:pPr>
          <a:r>
            <a:rPr lang="en-SG" sz="1100" b="0" i="0" dirty="0">
              <a:solidFill>
                <a:srgbClr val="F1F5F9"/>
              </a:solidFill>
              <a:effectLst/>
              <a:latin typeface="Inter"/>
            </a:rPr>
            <a:t>🛰️</a:t>
          </a:r>
          <a:endParaRPr lang="en-SG" sz="1100" b="1" i="0" dirty="0">
            <a:solidFill>
              <a:srgbClr val="F1F5F9"/>
            </a:solidFill>
            <a:effectLst/>
            <a:latin typeface="Inter"/>
          </a:endParaRPr>
        </a:p>
        <a:p>
          <a:pPr>
            <a:buNone/>
          </a:pPr>
          <a:r>
            <a:rPr lang="en-SG" sz="1100" b="1" i="0" dirty="0">
              <a:solidFill>
                <a:srgbClr val="F1F5F9"/>
              </a:solidFill>
              <a:effectLst/>
              <a:latin typeface="Inter"/>
            </a:rPr>
            <a:t>Himawari-9</a:t>
          </a:r>
        </a:p>
        <a:p>
          <a:pPr>
            <a:buNone/>
          </a:pPr>
          <a:r>
            <a:rPr lang="en-SG" sz="1100" b="0" i="0" dirty="0">
              <a:solidFill>
                <a:srgbClr val="94A3B8"/>
              </a:solidFill>
              <a:effectLst/>
              <a:latin typeface="Inter"/>
            </a:rPr>
            <a:t>Satellite Data Source</a:t>
          </a:r>
          <a:endParaRPr lang="en-GB" sz="1100" dirty="0"/>
        </a:p>
      </dgm:t>
    </dgm:pt>
    <dgm:pt modelId="{9E6ED88D-6926-2F4D-81E7-005D543B4395}" type="parTrans" cxnId="{D0199D21-90E4-1645-9837-A73B4E9193F3}">
      <dgm:prSet/>
      <dgm:spPr/>
      <dgm:t>
        <a:bodyPr/>
        <a:lstStyle/>
        <a:p>
          <a:endParaRPr lang="en-GB" sz="2400"/>
        </a:p>
      </dgm:t>
    </dgm:pt>
    <dgm:pt modelId="{E21FC9A4-7B47-3F4F-BF70-7631BF6D1AA5}" type="sibTrans" cxnId="{D0199D21-90E4-1645-9837-A73B4E9193F3}">
      <dgm:prSet custT="1"/>
      <dgm:spPr/>
      <dgm:t>
        <a:bodyPr/>
        <a:lstStyle/>
        <a:p>
          <a:endParaRPr lang="en-GB" sz="1000"/>
        </a:p>
      </dgm:t>
    </dgm:pt>
    <dgm:pt modelId="{D705CDE4-3B75-B04B-B480-7C6C0B685754}">
      <dgm:prSet phldrT="[Text]" custT="1"/>
      <dgm:spPr/>
      <dgm:t>
        <a:bodyPr/>
        <a:lstStyle/>
        <a:p>
          <a:pPr>
            <a:buNone/>
          </a:pPr>
          <a:r>
            <a:rPr lang="en-SG" sz="1100" b="0" i="0" dirty="0">
              <a:solidFill>
                <a:srgbClr val="F1F5F9"/>
              </a:solidFill>
              <a:effectLst/>
              <a:latin typeface="Inter"/>
            </a:rPr>
            <a:t>📡</a:t>
          </a:r>
          <a:endParaRPr lang="en-SG" sz="1100" b="1" i="0" dirty="0">
            <a:solidFill>
              <a:srgbClr val="F1F5F9"/>
            </a:solidFill>
            <a:effectLst/>
            <a:latin typeface="Inter"/>
          </a:endParaRPr>
        </a:p>
        <a:p>
          <a:pPr>
            <a:buNone/>
          </a:pPr>
          <a:r>
            <a:rPr lang="en-SG" sz="1100" b="1" i="0" dirty="0">
              <a:solidFill>
                <a:srgbClr val="F1F5F9"/>
              </a:solidFill>
              <a:effectLst/>
              <a:latin typeface="Inter"/>
            </a:rPr>
            <a:t>NEA API</a:t>
          </a:r>
        </a:p>
        <a:p>
          <a:pPr>
            <a:buNone/>
          </a:pPr>
          <a:r>
            <a:rPr lang="en-SG" sz="1100" b="0" i="0" dirty="0">
              <a:solidFill>
                <a:srgbClr val="94A3B8"/>
              </a:solidFill>
              <a:effectLst/>
              <a:latin typeface="Inter"/>
            </a:rPr>
            <a:t>Sensor Data Source</a:t>
          </a:r>
          <a:endParaRPr lang="en-GB" sz="1100" dirty="0"/>
        </a:p>
      </dgm:t>
    </dgm:pt>
    <dgm:pt modelId="{18752507-CBF1-584C-A07E-7259AE940957}" type="parTrans" cxnId="{BAEE7BCE-6453-3040-ABCA-DFF022BD615B}">
      <dgm:prSet/>
      <dgm:spPr/>
      <dgm:t>
        <a:bodyPr/>
        <a:lstStyle/>
        <a:p>
          <a:endParaRPr lang="en-GB" sz="2400"/>
        </a:p>
      </dgm:t>
    </dgm:pt>
    <dgm:pt modelId="{2237E7A0-B5BD-6447-861B-BF5E6B988B38}" type="sibTrans" cxnId="{BAEE7BCE-6453-3040-ABCA-DFF022BD615B}">
      <dgm:prSet custT="1"/>
      <dgm:spPr/>
      <dgm:t>
        <a:bodyPr/>
        <a:lstStyle/>
        <a:p>
          <a:endParaRPr lang="en-GB" sz="1000"/>
        </a:p>
      </dgm:t>
    </dgm:pt>
    <dgm:pt modelId="{E4CD12F4-B770-5F4A-964A-E14FC234495B}">
      <dgm:prSet phldrT="[Text]" custT="1"/>
      <dgm:spPr/>
      <dgm:t>
        <a:bodyPr/>
        <a:lstStyle/>
        <a:p>
          <a:pPr>
            <a:buNone/>
          </a:pPr>
          <a:r>
            <a:rPr lang="en-SG" sz="1100" b="0" i="0" dirty="0">
              <a:solidFill>
                <a:srgbClr val="F1F5F9"/>
              </a:solidFill>
              <a:effectLst/>
              <a:latin typeface="Inter"/>
            </a:rPr>
            <a:t>🧠</a:t>
          </a:r>
          <a:endParaRPr lang="en-SG" sz="1100" b="1" i="0" dirty="0">
            <a:solidFill>
              <a:srgbClr val="F1F5F9"/>
            </a:solidFill>
            <a:effectLst/>
            <a:latin typeface="Inter"/>
          </a:endParaRPr>
        </a:p>
        <a:p>
          <a:pPr>
            <a:buNone/>
          </a:pPr>
          <a:r>
            <a:rPr lang="en-SG" sz="1100" b="1" i="0" dirty="0">
              <a:solidFill>
                <a:srgbClr val="F1F5F9"/>
              </a:solidFill>
              <a:effectLst/>
              <a:latin typeface="Inter"/>
            </a:rPr>
            <a:t>CNN+LSTM</a:t>
          </a:r>
        </a:p>
        <a:p>
          <a:pPr>
            <a:buNone/>
          </a:pPr>
          <a:r>
            <a:rPr lang="en-SG" sz="1100" b="0" i="0" dirty="0">
              <a:solidFill>
                <a:srgbClr val="94A3B8"/>
              </a:solidFill>
              <a:effectLst/>
              <a:latin typeface="Inter"/>
            </a:rPr>
            <a:t>Fusion Model</a:t>
          </a:r>
          <a:endParaRPr lang="en-GB" sz="1100" dirty="0"/>
        </a:p>
      </dgm:t>
    </dgm:pt>
    <dgm:pt modelId="{5E35244C-B287-5046-99C7-D7AA4ADFF309}" type="parTrans" cxnId="{78AED0C4-70E6-334E-A3BB-5ED5CA5C69D3}">
      <dgm:prSet/>
      <dgm:spPr/>
      <dgm:t>
        <a:bodyPr/>
        <a:lstStyle/>
        <a:p>
          <a:endParaRPr lang="en-GB" sz="2400"/>
        </a:p>
      </dgm:t>
    </dgm:pt>
    <dgm:pt modelId="{7747890E-F560-8C4E-B361-F66E0B8AA5BF}" type="sibTrans" cxnId="{78AED0C4-70E6-334E-A3BB-5ED5CA5C69D3}">
      <dgm:prSet custT="1"/>
      <dgm:spPr/>
      <dgm:t>
        <a:bodyPr/>
        <a:lstStyle/>
        <a:p>
          <a:endParaRPr lang="en-GB" sz="1000"/>
        </a:p>
      </dgm:t>
    </dgm:pt>
    <dgm:pt modelId="{286B413F-3024-A54C-B547-849E4AEB79DB}">
      <dgm:prSet phldrT="[Text]" custT="1"/>
      <dgm:spPr/>
      <dgm:t>
        <a:bodyPr/>
        <a:lstStyle/>
        <a:p>
          <a:pPr>
            <a:buNone/>
          </a:pPr>
          <a:r>
            <a:rPr lang="en-SG" sz="1100" b="0" i="0" dirty="0">
              <a:solidFill>
                <a:srgbClr val="F1F5F9"/>
              </a:solidFill>
              <a:effectLst/>
              <a:latin typeface="Inter"/>
            </a:rPr>
            <a:t>⚡</a:t>
          </a:r>
          <a:endParaRPr lang="en-SG" sz="1100" b="1" i="0" dirty="0">
            <a:solidFill>
              <a:srgbClr val="F1F5F9"/>
            </a:solidFill>
            <a:effectLst/>
            <a:latin typeface="Inter"/>
          </a:endParaRPr>
        </a:p>
        <a:p>
          <a:pPr>
            <a:buNone/>
          </a:pPr>
          <a:r>
            <a:rPr lang="en-SG" sz="1100" b="1" i="0" dirty="0">
              <a:solidFill>
                <a:srgbClr val="F1F5F9"/>
              </a:solidFill>
              <a:effectLst/>
              <a:latin typeface="Inter"/>
            </a:rPr>
            <a:t>&lt;200ms</a:t>
          </a:r>
        </a:p>
        <a:p>
          <a:pPr>
            <a:buNone/>
          </a:pPr>
          <a:r>
            <a:rPr lang="en-SG" sz="1100" b="0" i="0" dirty="0">
              <a:solidFill>
                <a:srgbClr val="94A3B8"/>
              </a:solidFill>
              <a:effectLst/>
              <a:latin typeface="Inter"/>
            </a:rPr>
            <a:t>Prediction Speed</a:t>
          </a:r>
          <a:endParaRPr lang="en-GB" sz="1100" dirty="0"/>
        </a:p>
      </dgm:t>
    </dgm:pt>
    <dgm:pt modelId="{C4140ED9-B62E-B546-A26E-6343C98C42C3}" type="parTrans" cxnId="{EA3E0B11-D98E-2F4B-9662-A9474A5ECE77}">
      <dgm:prSet/>
      <dgm:spPr/>
      <dgm:t>
        <a:bodyPr/>
        <a:lstStyle/>
        <a:p>
          <a:endParaRPr lang="en-GB" sz="2400"/>
        </a:p>
      </dgm:t>
    </dgm:pt>
    <dgm:pt modelId="{2CED3A60-36C7-9948-8F13-2DA8E7DEE319}" type="sibTrans" cxnId="{EA3E0B11-D98E-2F4B-9662-A9474A5ECE77}">
      <dgm:prSet custT="1"/>
      <dgm:spPr/>
      <dgm:t>
        <a:bodyPr/>
        <a:lstStyle/>
        <a:p>
          <a:endParaRPr lang="en-GB" sz="1000"/>
        </a:p>
      </dgm:t>
    </dgm:pt>
    <dgm:pt modelId="{A5753041-1308-B44A-A4D9-D325EE0129C7}" type="pres">
      <dgm:prSet presAssocID="{82E3DDAC-53CE-4C4D-9D45-FF9D5F07793B}" presName="Name0" presStyleCnt="0">
        <dgm:presLayoutVars>
          <dgm:dir/>
          <dgm:resizeHandles val="exact"/>
        </dgm:presLayoutVars>
      </dgm:prSet>
      <dgm:spPr/>
    </dgm:pt>
    <dgm:pt modelId="{59891D5C-A093-C642-B9B4-360AF5F863EE}" type="pres">
      <dgm:prSet presAssocID="{926FBD3C-6046-7641-BACD-DC56C77A7C6E}" presName="node" presStyleLbl="node1" presStyleIdx="0" presStyleCnt="4">
        <dgm:presLayoutVars>
          <dgm:bulletEnabled val="1"/>
        </dgm:presLayoutVars>
      </dgm:prSet>
      <dgm:spPr/>
    </dgm:pt>
    <dgm:pt modelId="{1D03A679-05D9-0E40-A6AD-79C05427DA0E}" type="pres">
      <dgm:prSet presAssocID="{E21FC9A4-7B47-3F4F-BF70-7631BF6D1AA5}" presName="sibTrans" presStyleLbl="sibTrans2D1" presStyleIdx="0" presStyleCnt="4"/>
      <dgm:spPr/>
    </dgm:pt>
    <dgm:pt modelId="{EB217777-3326-5448-B868-783AD669D540}" type="pres">
      <dgm:prSet presAssocID="{E21FC9A4-7B47-3F4F-BF70-7631BF6D1AA5}" presName="connectorText" presStyleLbl="sibTrans2D1" presStyleIdx="0" presStyleCnt="4"/>
      <dgm:spPr/>
    </dgm:pt>
    <dgm:pt modelId="{D3C7859D-56CB-F340-94CE-469B0D6F6C86}" type="pres">
      <dgm:prSet presAssocID="{D705CDE4-3B75-B04B-B480-7C6C0B685754}" presName="node" presStyleLbl="node1" presStyleIdx="1" presStyleCnt="4">
        <dgm:presLayoutVars>
          <dgm:bulletEnabled val="1"/>
        </dgm:presLayoutVars>
      </dgm:prSet>
      <dgm:spPr/>
    </dgm:pt>
    <dgm:pt modelId="{3C15C426-90E3-B842-857E-24835E5C300A}" type="pres">
      <dgm:prSet presAssocID="{2237E7A0-B5BD-6447-861B-BF5E6B988B38}" presName="sibTrans" presStyleLbl="sibTrans2D1" presStyleIdx="1" presStyleCnt="4"/>
      <dgm:spPr/>
    </dgm:pt>
    <dgm:pt modelId="{7991A057-BEB3-364D-9EFE-119AE9003DDB}" type="pres">
      <dgm:prSet presAssocID="{2237E7A0-B5BD-6447-861B-BF5E6B988B38}" presName="connectorText" presStyleLbl="sibTrans2D1" presStyleIdx="1" presStyleCnt="4"/>
      <dgm:spPr/>
    </dgm:pt>
    <dgm:pt modelId="{F7CBEAA6-E18D-9F4B-A1A3-07D0BB7D926F}" type="pres">
      <dgm:prSet presAssocID="{E4CD12F4-B770-5F4A-964A-E14FC234495B}" presName="node" presStyleLbl="node1" presStyleIdx="2" presStyleCnt="4">
        <dgm:presLayoutVars>
          <dgm:bulletEnabled val="1"/>
        </dgm:presLayoutVars>
      </dgm:prSet>
      <dgm:spPr/>
    </dgm:pt>
    <dgm:pt modelId="{9C0D4289-AC7D-F747-B874-D5C7F774CCD5}" type="pres">
      <dgm:prSet presAssocID="{7747890E-F560-8C4E-B361-F66E0B8AA5BF}" presName="sibTrans" presStyleLbl="sibTrans2D1" presStyleIdx="2" presStyleCnt="4"/>
      <dgm:spPr/>
    </dgm:pt>
    <dgm:pt modelId="{7862C223-581F-F046-A9D2-DE4CD9E155F4}" type="pres">
      <dgm:prSet presAssocID="{7747890E-F560-8C4E-B361-F66E0B8AA5BF}" presName="connectorText" presStyleLbl="sibTrans2D1" presStyleIdx="2" presStyleCnt="4"/>
      <dgm:spPr/>
    </dgm:pt>
    <dgm:pt modelId="{20B89C94-F0B4-0846-8AA1-1342BC9BA874}" type="pres">
      <dgm:prSet presAssocID="{286B413F-3024-A54C-B547-849E4AEB79DB}" presName="node" presStyleLbl="node1" presStyleIdx="3" presStyleCnt="4">
        <dgm:presLayoutVars>
          <dgm:bulletEnabled val="1"/>
        </dgm:presLayoutVars>
      </dgm:prSet>
      <dgm:spPr/>
    </dgm:pt>
    <dgm:pt modelId="{DB27BBB5-9455-3B4E-9573-F7D943A5162A}" type="pres">
      <dgm:prSet presAssocID="{2CED3A60-36C7-9948-8F13-2DA8E7DEE319}" presName="sibTrans" presStyleLbl="sibTrans2D1" presStyleIdx="3" presStyleCnt="4"/>
      <dgm:spPr/>
    </dgm:pt>
    <dgm:pt modelId="{05FFCC42-E10E-4D49-BE73-9F38A269BE84}" type="pres">
      <dgm:prSet presAssocID="{2CED3A60-36C7-9948-8F13-2DA8E7DEE319}" presName="connectorText" presStyleLbl="sibTrans2D1" presStyleIdx="3" presStyleCnt="4"/>
      <dgm:spPr/>
    </dgm:pt>
  </dgm:ptLst>
  <dgm:cxnLst>
    <dgm:cxn modelId="{400FA20F-98F3-3741-9478-91902789FCD8}" type="presOf" srcId="{2237E7A0-B5BD-6447-861B-BF5E6B988B38}" destId="{3C15C426-90E3-B842-857E-24835E5C300A}" srcOrd="0" destOrd="0" presId="urn:microsoft.com/office/officeart/2005/8/layout/cycle7"/>
    <dgm:cxn modelId="{EA3E0B11-D98E-2F4B-9662-A9474A5ECE77}" srcId="{82E3DDAC-53CE-4C4D-9D45-FF9D5F07793B}" destId="{286B413F-3024-A54C-B547-849E4AEB79DB}" srcOrd="3" destOrd="0" parTransId="{C4140ED9-B62E-B546-A26E-6343C98C42C3}" sibTransId="{2CED3A60-36C7-9948-8F13-2DA8E7DEE319}"/>
    <dgm:cxn modelId="{AE1AF411-FA9B-C648-A779-F8E2FA4D2F69}" type="presOf" srcId="{7747890E-F560-8C4E-B361-F66E0B8AA5BF}" destId="{7862C223-581F-F046-A9D2-DE4CD9E155F4}" srcOrd="1" destOrd="0" presId="urn:microsoft.com/office/officeart/2005/8/layout/cycle7"/>
    <dgm:cxn modelId="{0B67F717-CF6A-5648-AA3A-9EA106E086D3}" type="presOf" srcId="{2CED3A60-36C7-9948-8F13-2DA8E7DEE319}" destId="{DB27BBB5-9455-3B4E-9573-F7D943A5162A}" srcOrd="0" destOrd="0" presId="urn:microsoft.com/office/officeart/2005/8/layout/cycle7"/>
    <dgm:cxn modelId="{41D6231B-8376-2443-821B-B074AC096672}" type="presOf" srcId="{E4CD12F4-B770-5F4A-964A-E14FC234495B}" destId="{F7CBEAA6-E18D-9F4B-A1A3-07D0BB7D926F}" srcOrd="0" destOrd="0" presId="urn:microsoft.com/office/officeart/2005/8/layout/cycle7"/>
    <dgm:cxn modelId="{D0199D21-90E4-1645-9837-A73B4E9193F3}" srcId="{82E3DDAC-53CE-4C4D-9D45-FF9D5F07793B}" destId="{926FBD3C-6046-7641-BACD-DC56C77A7C6E}" srcOrd="0" destOrd="0" parTransId="{9E6ED88D-6926-2F4D-81E7-005D543B4395}" sibTransId="{E21FC9A4-7B47-3F4F-BF70-7631BF6D1AA5}"/>
    <dgm:cxn modelId="{53CC354D-052E-284A-9D9A-B15A5E81C36A}" type="presOf" srcId="{286B413F-3024-A54C-B547-849E4AEB79DB}" destId="{20B89C94-F0B4-0846-8AA1-1342BC9BA874}" srcOrd="0" destOrd="0" presId="urn:microsoft.com/office/officeart/2005/8/layout/cycle7"/>
    <dgm:cxn modelId="{88B5BD57-F565-4D48-BB3B-75A36F90F6D0}" type="presOf" srcId="{82E3DDAC-53CE-4C4D-9D45-FF9D5F07793B}" destId="{A5753041-1308-B44A-A4D9-D325EE0129C7}" srcOrd="0" destOrd="0" presId="urn:microsoft.com/office/officeart/2005/8/layout/cycle7"/>
    <dgm:cxn modelId="{1456C45D-74FE-3646-895D-C97D32E983B6}" type="presOf" srcId="{926FBD3C-6046-7641-BACD-DC56C77A7C6E}" destId="{59891D5C-A093-C642-B9B4-360AF5F863EE}" srcOrd="0" destOrd="0" presId="urn:microsoft.com/office/officeart/2005/8/layout/cycle7"/>
    <dgm:cxn modelId="{6C13F165-4320-FC49-A941-DFB08733C530}" type="presOf" srcId="{7747890E-F560-8C4E-B361-F66E0B8AA5BF}" destId="{9C0D4289-AC7D-F747-B874-D5C7F774CCD5}" srcOrd="0" destOrd="0" presId="urn:microsoft.com/office/officeart/2005/8/layout/cycle7"/>
    <dgm:cxn modelId="{9E18009A-F03B-254E-8885-B87D14ED4BE4}" type="presOf" srcId="{D705CDE4-3B75-B04B-B480-7C6C0B685754}" destId="{D3C7859D-56CB-F340-94CE-469B0D6F6C86}" srcOrd="0" destOrd="0" presId="urn:microsoft.com/office/officeart/2005/8/layout/cycle7"/>
    <dgm:cxn modelId="{8842789A-9829-FD4F-B7F8-C2F3B0227E19}" type="presOf" srcId="{E21FC9A4-7B47-3F4F-BF70-7631BF6D1AA5}" destId="{1D03A679-05D9-0E40-A6AD-79C05427DA0E}" srcOrd="0" destOrd="0" presId="urn:microsoft.com/office/officeart/2005/8/layout/cycle7"/>
    <dgm:cxn modelId="{2590DFAE-FC56-7242-AF4E-8B35495B8349}" type="presOf" srcId="{2237E7A0-B5BD-6447-861B-BF5E6B988B38}" destId="{7991A057-BEB3-364D-9EFE-119AE9003DDB}" srcOrd="1" destOrd="0" presId="urn:microsoft.com/office/officeart/2005/8/layout/cycle7"/>
    <dgm:cxn modelId="{78AED0C4-70E6-334E-A3BB-5ED5CA5C69D3}" srcId="{82E3DDAC-53CE-4C4D-9D45-FF9D5F07793B}" destId="{E4CD12F4-B770-5F4A-964A-E14FC234495B}" srcOrd="2" destOrd="0" parTransId="{5E35244C-B287-5046-99C7-D7AA4ADFF309}" sibTransId="{7747890E-F560-8C4E-B361-F66E0B8AA5BF}"/>
    <dgm:cxn modelId="{DBCBBACC-D95F-6147-9D67-509C37DFB13E}" type="presOf" srcId="{E21FC9A4-7B47-3F4F-BF70-7631BF6D1AA5}" destId="{EB217777-3326-5448-B868-783AD669D540}" srcOrd="1" destOrd="0" presId="urn:microsoft.com/office/officeart/2005/8/layout/cycle7"/>
    <dgm:cxn modelId="{BAEE7BCE-6453-3040-ABCA-DFF022BD615B}" srcId="{82E3DDAC-53CE-4C4D-9D45-FF9D5F07793B}" destId="{D705CDE4-3B75-B04B-B480-7C6C0B685754}" srcOrd="1" destOrd="0" parTransId="{18752507-CBF1-584C-A07E-7259AE940957}" sibTransId="{2237E7A0-B5BD-6447-861B-BF5E6B988B38}"/>
    <dgm:cxn modelId="{EB0B40D9-7D69-6C4E-9C63-4F7C9EB2696F}" type="presOf" srcId="{2CED3A60-36C7-9948-8F13-2DA8E7DEE319}" destId="{05FFCC42-E10E-4D49-BE73-9F38A269BE84}" srcOrd="1" destOrd="0" presId="urn:microsoft.com/office/officeart/2005/8/layout/cycle7"/>
    <dgm:cxn modelId="{ABD4D683-B64D-7046-AAD0-4AB380645022}" type="presParOf" srcId="{A5753041-1308-B44A-A4D9-D325EE0129C7}" destId="{59891D5C-A093-C642-B9B4-360AF5F863EE}" srcOrd="0" destOrd="0" presId="urn:microsoft.com/office/officeart/2005/8/layout/cycle7"/>
    <dgm:cxn modelId="{CC2F087B-BA3B-DB4B-A3F0-06BD74FB4B74}" type="presParOf" srcId="{A5753041-1308-B44A-A4D9-D325EE0129C7}" destId="{1D03A679-05D9-0E40-A6AD-79C05427DA0E}" srcOrd="1" destOrd="0" presId="urn:microsoft.com/office/officeart/2005/8/layout/cycle7"/>
    <dgm:cxn modelId="{D6FAED04-E8E4-6546-81B4-9BE3E586BFAB}" type="presParOf" srcId="{1D03A679-05D9-0E40-A6AD-79C05427DA0E}" destId="{EB217777-3326-5448-B868-783AD669D540}" srcOrd="0" destOrd="0" presId="urn:microsoft.com/office/officeart/2005/8/layout/cycle7"/>
    <dgm:cxn modelId="{6ABAB2AE-333A-9849-B615-FD20E84C340F}" type="presParOf" srcId="{A5753041-1308-B44A-A4D9-D325EE0129C7}" destId="{D3C7859D-56CB-F340-94CE-469B0D6F6C86}" srcOrd="2" destOrd="0" presId="urn:microsoft.com/office/officeart/2005/8/layout/cycle7"/>
    <dgm:cxn modelId="{6ECC9DA4-F8CC-6744-A62B-5CBB47A17F6E}" type="presParOf" srcId="{A5753041-1308-B44A-A4D9-D325EE0129C7}" destId="{3C15C426-90E3-B842-857E-24835E5C300A}" srcOrd="3" destOrd="0" presId="urn:microsoft.com/office/officeart/2005/8/layout/cycle7"/>
    <dgm:cxn modelId="{C3BE5C30-E58C-9F4C-AA52-EFA4B265DDAE}" type="presParOf" srcId="{3C15C426-90E3-B842-857E-24835E5C300A}" destId="{7991A057-BEB3-364D-9EFE-119AE9003DDB}" srcOrd="0" destOrd="0" presId="urn:microsoft.com/office/officeart/2005/8/layout/cycle7"/>
    <dgm:cxn modelId="{7CC9CC28-1300-C548-84B3-9584AEADC53D}" type="presParOf" srcId="{A5753041-1308-B44A-A4D9-D325EE0129C7}" destId="{F7CBEAA6-E18D-9F4B-A1A3-07D0BB7D926F}" srcOrd="4" destOrd="0" presId="urn:microsoft.com/office/officeart/2005/8/layout/cycle7"/>
    <dgm:cxn modelId="{3923EE4E-5C75-C14B-A559-C4A9925D86F7}" type="presParOf" srcId="{A5753041-1308-B44A-A4D9-D325EE0129C7}" destId="{9C0D4289-AC7D-F747-B874-D5C7F774CCD5}" srcOrd="5" destOrd="0" presId="urn:microsoft.com/office/officeart/2005/8/layout/cycle7"/>
    <dgm:cxn modelId="{1C963AC6-A631-C04C-9E74-0C321A03365C}" type="presParOf" srcId="{9C0D4289-AC7D-F747-B874-D5C7F774CCD5}" destId="{7862C223-581F-F046-A9D2-DE4CD9E155F4}" srcOrd="0" destOrd="0" presId="urn:microsoft.com/office/officeart/2005/8/layout/cycle7"/>
    <dgm:cxn modelId="{C99FC39A-CD37-3344-90D8-AA8A8F006755}" type="presParOf" srcId="{A5753041-1308-B44A-A4D9-D325EE0129C7}" destId="{20B89C94-F0B4-0846-8AA1-1342BC9BA874}" srcOrd="6" destOrd="0" presId="urn:microsoft.com/office/officeart/2005/8/layout/cycle7"/>
    <dgm:cxn modelId="{4E147C9F-0287-C84B-AF3D-9D3BB7B73D04}" type="presParOf" srcId="{A5753041-1308-B44A-A4D9-D325EE0129C7}" destId="{DB27BBB5-9455-3B4E-9573-F7D943A5162A}" srcOrd="7" destOrd="0" presId="urn:microsoft.com/office/officeart/2005/8/layout/cycle7"/>
    <dgm:cxn modelId="{99E784F5-3096-7749-801F-ED68E80E4436}" type="presParOf" srcId="{DB27BBB5-9455-3B4E-9573-F7D943A5162A}" destId="{05FFCC42-E10E-4D49-BE73-9F38A269BE84}"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8C31D4-C0B6-6240-9459-ED12C615C7B2}" type="doc">
      <dgm:prSet loTypeId="urn:microsoft.com/office/officeart/2005/8/layout/gear1" loCatId="" qsTypeId="urn:microsoft.com/office/officeart/2005/8/quickstyle/simple1" qsCatId="simple" csTypeId="urn:microsoft.com/office/officeart/2005/8/colors/accent1_2" csCatId="accent1" phldr="1"/>
      <dgm:spPr/>
      <dgm:t>
        <a:bodyPr/>
        <a:lstStyle/>
        <a:p>
          <a:endParaRPr lang="en-GB"/>
        </a:p>
      </dgm:t>
    </dgm:pt>
    <dgm:pt modelId="{A3185E7E-FE72-014F-AF24-069342EC11B9}">
      <dgm:prSet phldrT="[Text]"/>
      <dgm:spPr/>
      <dgm:t>
        <a:bodyPr/>
        <a:lstStyle/>
        <a:p>
          <a:pPr>
            <a:buNone/>
          </a:pPr>
          <a:r>
            <a:rPr lang="en-SG" b="1" i="0" dirty="0"/>
            <a:t>Satellite Data</a:t>
          </a:r>
          <a:endParaRPr lang="en-GB" dirty="0"/>
        </a:p>
      </dgm:t>
    </dgm:pt>
    <dgm:pt modelId="{6C17CFA2-3E88-D743-9831-5A942BE04B77}" type="parTrans" cxnId="{186DCDC4-FEED-8945-9AEE-E4336F7CDD37}">
      <dgm:prSet/>
      <dgm:spPr/>
      <dgm:t>
        <a:bodyPr/>
        <a:lstStyle/>
        <a:p>
          <a:endParaRPr lang="en-GB"/>
        </a:p>
      </dgm:t>
    </dgm:pt>
    <dgm:pt modelId="{BAF4E5A3-F43D-5443-8820-60EEA53F1B4D}" type="sibTrans" cxnId="{186DCDC4-FEED-8945-9AEE-E4336F7CDD37}">
      <dgm:prSet/>
      <dgm:spPr/>
      <dgm:t>
        <a:bodyPr/>
        <a:lstStyle/>
        <a:p>
          <a:endParaRPr lang="en-GB"/>
        </a:p>
      </dgm:t>
    </dgm:pt>
    <dgm:pt modelId="{A4596C4F-81F4-A447-8387-8E23BA56B84C}">
      <dgm:prSet phldrT="[Text]"/>
      <dgm:spPr/>
      <dgm:t>
        <a:bodyPr/>
        <a:lstStyle/>
        <a:p>
          <a:pPr>
            <a:buFont typeface="Arial" panose="020B0604020202020204" pitchFamily="34" charset="0"/>
            <a:buChar char="•"/>
          </a:pPr>
          <a:r>
            <a:rPr lang="en-SG" b="0" i="0" dirty="0"/>
            <a:t>Himawari-9 infrared imagery from JAXA FTP</a:t>
          </a:r>
          <a:endParaRPr lang="en-GB" dirty="0"/>
        </a:p>
      </dgm:t>
    </dgm:pt>
    <dgm:pt modelId="{CA2E624C-2EF4-334D-BAE2-CAE1BD2E7357}" type="parTrans" cxnId="{AB8CDB19-4F0E-7744-BD06-09C8F2F0B337}">
      <dgm:prSet/>
      <dgm:spPr/>
      <dgm:t>
        <a:bodyPr/>
        <a:lstStyle/>
        <a:p>
          <a:endParaRPr lang="en-GB"/>
        </a:p>
      </dgm:t>
    </dgm:pt>
    <dgm:pt modelId="{8AED4912-895C-894C-BED2-F6985A5ED5D2}" type="sibTrans" cxnId="{AB8CDB19-4F0E-7744-BD06-09C8F2F0B337}">
      <dgm:prSet/>
      <dgm:spPr/>
      <dgm:t>
        <a:bodyPr/>
        <a:lstStyle/>
        <a:p>
          <a:endParaRPr lang="en-GB"/>
        </a:p>
      </dgm:t>
    </dgm:pt>
    <dgm:pt modelId="{BCA97103-EEA0-C74F-9812-5DF5E44A8486}">
      <dgm:prSet phldrT="[Text]"/>
      <dgm:spPr/>
      <dgm:t>
        <a:bodyPr/>
        <a:lstStyle/>
        <a:p>
          <a:pPr>
            <a:buNone/>
          </a:pPr>
          <a:r>
            <a:rPr lang="en-SG" b="1" i="0" dirty="0"/>
            <a:t>Sensor Data</a:t>
          </a:r>
          <a:endParaRPr lang="en-GB" dirty="0"/>
        </a:p>
      </dgm:t>
    </dgm:pt>
    <dgm:pt modelId="{A0772450-5527-B741-B905-9AFE1DEDDB51}" type="parTrans" cxnId="{D0903BDD-8FE2-954B-8A13-8CEDE52E7373}">
      <dgm:prSet/>
      <dgm:spPr/>
      <dgm:t>
        <a:bodyPr/>
        <a:lstStyle/>
        <a:p>
          <a:endParaRPr lang="en-GB"/>
        </a:p>
      </dgm:t>
    </dgm:pt>
    <dgm:pt modelId="{7C47E6E4-11DD-2246-A154-2B0F54FEF2EA}" type="sibTrans" cxnId="{D0903BDD-8FE2-954B-8A13-8CEDE52E7373}">
      <dgm:prSet/>
      <dgm:spPr/>
      <dgm:t>
        <a:bodyPr/>
        <a:lstStyle/>
        <a:p>
          <a:endParaRPr lang="en-GB"/>
        </a:p>
      </dgm:t>
    </dgm:pt>
    <dgm:pt modelId="{3E7BB506-C74C-C549-86D9-08677BBEB1F8}">
      <dgm:prSet phldrT="[Text]"/>
      <dgm:spPr/>
      <dgm:t>
        <a:bodyPr/>
        <a:lstStyle/>
        <a:p>
          <a:pPr>
            <a:buFont typeface="Arial" panose="020B0604020202020204" pitchFamily="34" charset="0"/>
            <a:buChar char="•"/>
          </a:pPr>
          <a:r>
            <a:rPr lang="en-SG" b="0" i="0" dirty="0"/>
            <a:t>NEA API: Temperature, Humidity, Rainfall, PM2.5</a:t>
          </a:r>
          <a:endParaRPr lang="en-GB" dirty="0"/>
        </a:p>
      </dgm:t>
    </dgm:pt>
    <dgm:pt modelId="{3B0D60A5-9520-8A4C-A4BE-B4E761A5AF6A}" type="parTrans" cxnId="{1FA71816-886B-004E-B681-6DFA83C5AA30}">
      <dgm:prSet/>
      <dgm:spPr/>
      <dgm:t>
        <a:bodyPr/>
        <a:lstStyle/>
        <a:p>
          <a:endParaRPr lang="en-GB"/>
        </a:p>
      </dgm:t>
    </dgm:pt>
    <dgm:pt modelId="{2EB05504-0E7E-BE4B-A19D-AEF8A75F994D}" type="sibTrans" cxnId="{1FA71816-886B-004E-B681-6DFA83C5AA30}">
      <dgm:prSet/>
      <dgm:spPr/>
      <dgm:t>
        <a:bodyPr/>
        <a:lstStyle/>
        <a:p>
          <a:endParaRPr lang="en-GB"/>
        </a:p>
      </dgm:t>
    </dgm:pt>
    <dgm:pt modelId="{13C06B74-7A6A-CF4C-B7B8-9CCF5F693F65}">
      <dgm:prSet/>
      <dgm:spPr/>
      <dgm:t>
        <a:bodyPr/>
        <a:lstStyle/>
        <a:p>
          <a:pPr>
            <a:buFont typeface="Arial" panose="020B0604020202020204" pitchFamily="34" charset="0"/>
            <a:buChar char="•"/>
          </a:pPr>
          <a:r>
            <a:rPr lang="en-SG" b="0" i="0" dirty="0"/>
            <a:t>Batch download + incremental updates</a:t>
          </a:r>
        </a:p>
      </dgm:t>
    </dgm:pt>
    <dgm:pt modelId="{53358A19-D776-7A42-9880-3E2983EC1965}" type="parTrans" cxnId="{11A19A48-D453-1840-8699-FBE74A24D5FF}">
      <dgm:prSet/>
      <dgm:spPr/>
      <dgm:t>
        <a:bodyPr/>
        <a:lstStyle/>
        <a:p>
          <a:endParaRPr lang="en-GB"/>
        </a:p>
      </dgm:t>
    </dgm:pt>
    <dgm:pt modelId="{44C3891A-968D-9842-BAFC-0E37BF3AB893}" type="sibTrans" cxnId="{11A19A48-D453-1840-8699-FBE74A24D5FF}">
      <dgm:prSet/>
      <dgm:spPr/>
      <dgm:t>
        <a:bodyPr/>
        <a:lstStyle/>
        <a:p>
          <a:endParaRPr lang="en-GB"/>
        </a:p>
      </dgm:t>
    </dgm:pt>
    <dgm:pt modelId="{05394518-17EA-C046-8884-253D57DC4386}">
      <dgm:prSet/>
      <dgm:spPr/>
      <dgm:t>
        <a:bodyPr/>
        <a:lstStyle/>
        <a:p>
          <a:pPr>
            <a:buFont typeface="Arial" panose="020B0604020202020204" pitchFamily="34" charset="0"/>
            <a:buChar char="•"/>
          </a:pPr>
          <a:r>
            <a:rPr lang="en-SG" b="0" i="0"/>
            <a:t>Auto-crop Singapore region</a:t>
          </a:r>
        </a:p>
      </dgm:t>
    </dgm:pt>
    <dgm:pt modelId="{BA0F036A-28D7-3A40-B9E1-6E9B4D3FD4B3}" type="parTrans" cxnId="{7352B982-407C-6B4A-A7FF-7AD08CB093CF}">
      <dgm:prSet/>
      <dgm:spPr/>
      <dgm:t>
        <a:bodyPr/>
        <a:lstStyle/>
        <a:p>
          <a:endParaRPr lang="en-GB"/>
        </a:p>
      </dgm:t>
    </dgm:pt>
    <dgm:pt modelId="{B4A0C166-B068-0347-8336-B9A5A274D30A}" type="sibTrans" cxnId="{7352B982-407C-6B4A-A7FF-7AD08CB093CF}">
      <dgm:prSet/>
      <dgm:spPr/>
      <dgm:t>
        <a:bodyPr/>
        <a:lstStyle/>
        <a:p>
          <a:endParaRPr lang="en-GB"/>
        </a:p>
      </dgm:t>
    </dgm:pt>
    <dgm:pt modelId="{731B3538-4EA4-6547-8338-DC222193AF0F}">
      <dgm:prSet/>
      <dgm:spPr/>
      <dgm:t>
        <a:bodyPr/>
        <a:lstStyle/>
        <a:p>
          <a:pPr>
            <a:buFont typeface="Arial" panose="020B0604020202020204" pitchFamily="34" charset="0"/>
            <a:buChar char="•"/>
          </a:pPr>
          <a:r>
            <a:rPr lang="en-SG" b="0" i="0"/>
            <a:t>Parallel download (xargs -P)</a:t>
          </a:r>
        </a:p>
      </dgm:t>
    </dgm:pt>
    <dgm:pt modelId="{7B381ABA-1400-9245-AFDC-30D219D97B36}" type="parTrans" cxnId="{EDE1EACC-7DC1-8247-A107-7F1168358795}">
      <dgm:prSet/>
      <dgm:spPr/>
      <dgm:t>
        <a:bodyPr/>
        <a:lstStyle/>
        <a:p>
          <a:endParaRPr lang="en-GB"/>
        </a:p>
      </dgm:t>
    </dgm:pt>
    <dgm:pt modelId="{15216CFB-8F55-DC49-BF0C-3AFB05F42395}" type="sibTrans" cxnId="{EDE1EACC-7DC1-8247-A107-7F1168358795}">
      <dgm:prSet/>
      <dgm:spPr/>
      <dgm:t>
        <a:bodyPr/>
        <a:lstStyle/>
        <a:p>
          <a:endParaRPr lang="en-GB"/>
        </a:p>
      </dgm:t>
    </dgm:pt>
    <dgm:pt modelId="{B9973893-D3DE-0342-B34A-3F68DB3E3BA5}">
      <dgm:prSet/>
      <dgm:spPr/>
      <dgm:t>
        <a:bodyPr/>
        <a:lstStyle/>
        <a:p>
          <a:pPr>
            <a:buFont typeface="Arial" panose="020B0604020202020204" pitchFamily="34" charset="0"/>
            <a:buChar char="•"/>
          </a:pPr>
          <a:r>
            <a:rPr lang="en-SG" b="0" i="0" dirty="0" err="1"/>
            <a:t>NetCDF</a:t>
          </a:r>
          <a:r>
            <a:rPr lang="en-SG" b="0" i="0" dirty="0"/>
            <a:t> → NumPy conversion</a:t>
          </a:r>
        </a:p>
      </dgm:t>
    </dgm:pt>
    <dgm:pt modelId="{F0F1514C-E174-D140-9037-23C28D1C0982}" type="parTrans" cxnId="{3A0EB2BF-6673-D843-A414-827438A2CAAD}">
      <dgm:prSet/>
      <dgm:spPr/>
      <dgm:t>
        <a:bodyPr/>
        <a:lstStyle/>
        <a:p>
          <a:endParaRPr lang="en-GB"/>
        </a:p>
      </dgm:t>
    </dgm:pt>
    <dgm:pt modelId="{7B0BF6BA-D7F6-F449-A4F4-C9FFF90C6EF1}" type="sibTrans" cxnId="{3A0EB2BF-6673-D843-A414-827438A2CAAD}">
      <dgm:prSet/>
      <dgm:spPr/>
      <dgm:t>
        <a:bodyPr/>
        <a:lstStyle/>
        <a:p>
          <a:endParaRPr lang="en-GB"/>
        </a:p>
      </dgm:t>
    </dgm:pt>
    <dgm:pt modelId="{C48FE592-B5AA-F54F-8C4C-AB26EA632867}">
      <dgm:prSet/>
      <dgm:spPr/>
      <dgm:t>
        <a:bodyPr/>
        <a:lstStyle/>
        <a:p>
          <a:pPr>
            <a:buFont typeface="Arial" panose="020B0604020202020204" pitchFamily="34" charset="0"/>
            <a:buChar char="•"/>
          </a:pPr>
          <a:r>
            <a:rPr lang="en-SG" b="0" i="0"/>
            <a:t>SSL certificate verification</a:t>
          </a:r>
        </a:p>
      </dgm:t>
    </dgm:pt>
    <dgm:pt modelId="{CAA3FA48-831C-EC4F-8493-9886ACBFEADB}" type="parTrans" cxnId="{E5B128CB-547E-B142-B9DC-8AA3E6818637}">
      <dgm:prSet/>
      <dgm:spPr/>
      <dgm:t>
        <a:bodyPr/>
        <a:lstStyle/>
        <a:p>
          <a:endParaRPr lang="en-GB"/>
        </a:p>
      </dgm:t>
    </dgm:pt>
    <dgm:pt modelId="{CC7AD382-00D7-4B46-B4DE-5A392167AF31}" type="sibTrans" cxnId="{E5B128CB-547E-B142-B9DC-8AA3E6818637}">
      <dgm:prSet/>
      <dgm:spPr/>
      <dgm:t>
        <a:bodyPr/>
        <a:lstStyle/>
        <a:p>
          <a:endParaRPr lang="en-GB"/>
        </a:p>
      </dgm:t>
    </dgm:pt>
    <dgm:pt modelId="{824703E4-C6E1-234A-8D2B-8F97F9F167B7}">
      <dgm:prSet/>
      <dgm:spPr/>
      <dgm:t>
        <a:bodyPr/>
        <a:lstStyle/>
        <a:p>
          <a:pPr>
            <a:buFont typeface="Arial" panose="020B0604020202020204" pitchFamily="34" charset="0"/>
            <a:buChar char="•"/>
          </a:pPr>
          <a:r>
            <a:rPr lang="en-SG" b="0" i="0"/>
            <a:t>Auto-resample to 10-min intervals</a:t>
          </a:r>
        </a:p>
      </dgm:t>
    </dgm:pt>
    <dgm:pt modelId="{7C0F7F3B-9EFB-8341-9BD6-61C304CFC7C9}" type="parTrans" cxnId="{EA0AFC28-0185-B242-8DA7-294DD45C5447}">
      <dgm:prSet/>
      <dgm:spPr/>
      <dgm:t>
        <a:bodyPr/>
        <a:lstStyle/>
        <a:p>
          <a:endParaRPr lang="en-GB"/>
        </a:p>
      </dgm:t>
    </dgm:pt>
    <dgm:pt modelId="{6DF828DA-4891-C745-A4E8-2538F890994F}" type="sibTrans" cxnId="{EA0AFC28-0185-B242-8DA7-294DD45C5447}">
      <dgm:prSet/>
      <dgm:spPr/>
      <dgm:t>
        <a:bodyPr/>
        <a:lstStyle/>
        <a:p>
          <a:endParaRPr lang="en-GB"/>
        </a:p>
      </dgm:t>
    </dgm:pt>
    <dgm:pt modelId="{1D278461-5141-A94A-99AD-8FA711952A88}">
      <dgm:prSet/>
      <dgm:spPr/>
      <dgm:t>
        <a:bodyPr/>
        <a:lstStyle/>
        <a:p>
          <a:pPr>
            <a:buFont typeface="Arial" panose="020B0604020202020204" pitchFamily="34" charset="0"/>
            <a:buChar char="•"/>
          </a:pPr>
          <a:r>
            <a:rPr lang="en-SG" b="0" i="0" dirty="0"/>
            <a:t>Smart timestamp alignment (UTC ↔ SGT)</a:t>
          </a:r>
        </a:p>
      </dgm:t>
    </dgm:pt>
    <dgm:pt modelId="{8DDEAEC1-4292-A843-81AC-D1C24C5BDC30}" type="parTrans" cxnId="{C40ED4E5-2D59-7D47-A553-D73620A506C1}">
      <dgm:prSet/>
      <dgm:spPr/>
      <dgm:t>
        <a:bodyPr/>
        <a:lstStyle/>
        <a:p>
          <a:endParaRPr lang="en-GB"/>
        </a:p>
      </dgm:t>
    </dgm:pt>
    <dgm:pt modelId="{AFC97ECE-65F1-204A-AFF7-1D6A3A0E3784}" type="sibTrans" cxnId="{C40ED4E5-2D59-7D47-A553-D73620A506C1}">
      <dgm:prSet/>
      <dgm:spPr/>
      <dgm:t>
        <a:bodyPr/>
        <a:lstStyle/>
        <a:p>
          <a:endParaRPr lang="en-GB"/>
        </a:p>
      </dgm:t>
    </dgm:pt>
    <dgm:pt modelId="{C5EDD2E6-42EB-3140-851C-3D5A4FD338AB}">
      <dgm:prSet/>
      <dgm:spPr/>
      <dgm:t>
        <a:bodyPr/>
        <a:lstStyle/>
        <a:p>
          <a:pPr>
            <a:buFont typeface="Arial" panose="020B0604020202020204" pitchFamily="34" charset="0"/>
            <a:buChar char="•"/>
          </a:pPr>
          <a:r>
            <a:rPr lang="en-SG" b="0" i="0" dirty="0"/>
            <a:t>100% satellite-sensor data parity</a:t>
          </a:r>
        </a:p>
      </dgm:t>
    </dgm:pt>
    <dgm:pt modelId="{B0181965-A765-0549-AEEB-ECC96F75DA42}" type="parTrans" cxnId="{379324B3-3D9A-1848-AF16-A6B22A1A1939}">
      <dgm:prSet/>
      <dgm:spPr/>
      <dgm:t>
        <a:bodyPr/>
        <a:lstStyle/>
        <a:p>
          <a:endParaRPr lang="en-GB"/>
        </a:p>
      </dgm:t>
    </dgm:pt>
    <dgm:pt modelId="{0F653C6B-A94E-2043-9BE2-A91060734208}" type="sibTrans" cxnId="{379324B3-3D9A-1848-AF16-A6B22A1A1939}">
      <dgm:prSet/>
      <dgm:spPr/>
      <dgm:t>
        <a:bodyPr/>
        <a:lstStyle/>
        <a:p>
          <a:endParaRPr lang="en-GB"/>
        </a:p>
      </dgm:t>
    </dgm:pt>
    <dgm:pt modelId="{393E9275-BA78-3B49-98AB-B59CA58D68CF}" type="pres">
      <dgm:prSet presAssocID="{A48C31D4-C0B6-6240-9459-ED12C615C7B2}" presName="composite" presStyleCnt="0">
        <dgm:presLayoutVars>
          <dgm:chMax val="3"/>
          <dgm:animLvl val="lvl"/>
          <dgm:resizeHandles val="exact"/>
        </dgm:presLayoutVars>
      </dgm:prSet>
      <dgm:spPr/>
    </dgm:pt>
    <dgm:pt modelId="{63C36BC9-37A4-D047-B815-BB8E84FDC948}" type="pres">
      <dgm:prSet presAssocID="{A3185E7E-FE72-014F-AF24-069342EC11B9}" presName="gear1" presStyleLbl="node1" presStyleIdx="0" presStyleCnt="2">
        <dgm:presLayoutVars>
          <dgm:chMax val="1"/>
          <dgm:bulletEnabled val="1"/>
        </dgm:presLayoutVars>
      </dgm:prSet>
      <dgm:spPr/>
    </dgm:pt>
    <dgm:pt modelId="{AF2BF721-372A-9044-B507-2D320638E8F4}" type="pres">
      <dgm:prSet presAssocID="{A3185E7E-FE72-014F-AF24-069342EC11B9}" presName="gear1srcNode" presStyleLbl="node1" presStyleIdx="0" presStyleCnt="2"/>
      <dgm:spPr/>
    </dgm:pt>
    <dgm:pt modelId="{CE11B3C8-16EF-4C43-9A17-3B320F10ADD9}" type="pres">
      <dgm:prSet presAssocID="{A3185E7E-FE72-014F-AF24-069342EC11B9}" presName="gear1dstNode" presStyleLbl="node1" presStyleIdx="0" presStyleCnt="2"/>
      <dgm:spPr/>
    </dgm:pt>
    <dgm:pt modelId="{0B85E169-C301-BB40-B51C-13859141A57F}" type="pres">
      <dgm:prSet presAssocID="{A3185E7E-FE72-014F-AF24-069342EC11B9}" presName="gear1ch" presStyleLbl="fgAcc1" presStyleIdx="0" presStyleCnt="2">
        <dgm:presLayoutVars>
          <dgm:chMax val="0"/>
          <dgm:bulletEnabled val="1"/>
        </dgm:presLayoutVars>
      </dgm:prSet>
      <dgm:spPr/>
    </dgm:pt>
    <dgm:pt modelId="{D2A278FB-E022-5745-B629-668B255BB594}" type="pres">
      <dgm:prSet presAssocID="{BCA97103-EEA0-C74F-9812-5DF5E44A8486}" presName="gear2" presStyleLbl="node1" presStyleIdx="1" presStyleCnt="2">
        <dgm:presLayoutVars>
          <dgm:chMax val="1"/>
          <dgm:bulletEnabled val="1"/>
        </dgm:presLayoutVars>
      </dgm:prSet>
      <dgm:spPr/>
    </dgm:pt>
    <dgm:pt modelId="{8EB951A3-A2AA-AE42-9928-492A97D888CC}" type="pres">
      <dgm:prSet presAssocID="{BCA97103-EEA0-C74F-9812-5DF5E44A8486}" presName="gear2srcNode" presStyleLbl="node1" presStyleIdx="1" presStyleCnt="2"/>
      <dgm:spPr/>
    </dgm:pt>
    <dgm:pt modelId="{9614955E-42B3-B542-A887-89F51B3F0511}" type="pres">
      <dgm:prSet presAssocID="{BCA97103-EEA0-C74F-9812-5DF5E44A8486}" presName="gear2dstNode" presStyleLbl="node1" presStyleIdx="1" presStyleCnt="2"/>
      <dgm:spPr/>
    </dgm:pt>
    <dgm:pt modelId="{C94675DC-4D07-5742-B33E-FC19585A7B13}" type="pres">
      <dgm:prSet presAssocID="{BCA97103-EEA0-C74F-9812-5DF5E44A8486}" presName="gear2ch" presStyleLbl="fgAcc1" presStyleIdx="1" presStyleCnt="2">
        <dgm:presLayoutVars>
          <dgm:chMax val="0"/>
          <dgm:bulletEnabled val="1"/>
        </dgm:presLayoutVars>
      </dgm:prSet>
      <dgm:spPr/>
    </dgm:pt>
    <dgm:pt modelId="{0131C5F6-45DB-2E47-96CC-9D81D906170D}" type="pres">
      <dgm:prSet presAssocID="{BAF4E5A3-F43D-5443-8820-60EEA53F1B4D}" presName="connector1" presStyleLbl="sibTrans2D1" presStyleIdx="0" presStyleCnt="2"/>
      <dgm:spPr/>
    </dgm:pt>
    <dgm:pt modelId="{96B91A37-1B73-8E49-8451-D1B9A0633F84}" type="pres">
      <dgm:prSet presAssocID="{7C47E6E4-11DD-2246-A154-2B0F54FEF2EA}" presName="connector2" presStyleLbl="sibTrans2D1" presStyleIdx="1" presStyleCnt="2"/>
      <dgm:spPr/>
    </dgm:pt>
  </dgm:ptLst>
  <dgm:cxnLst>
    <dgm:cxn modelId="{518F3D00-4170-5B43-B13B-49CD2592737B}" type="presOf" srcId="{BCA97103-EEA0-C74F-9812-5DF5E44A8486}" destId="{8EB951A3-A2AA-AE42-9928-492A97D888CC}" srcOrd="1" destOrd="0" presId="urn:microsoft.com/office/officeart/2005/8/layout/gear1"/>
    <dgm:cxn modelId="{F859B600-F776-8945-8D6D-8A5FE43D1BBC}" type="presOf" srcId="{A4596C4F-81F4-A447-8387-8E23BA56B84C}" destId="{0B85E169-C301-BB40-B51C-13859141A57F}" srcOrd="0" destOrd="0" presId="urn:microsoft.com/office/officeart/2005/8/layout/gear1"/>
    <dgm:cxn modelId="{51B99201-795D-7044-ABDE-53EC332BAAD0}" type="presOf" srcId="{3E7BB506-C74C-C549-86D9-08677BBEB1F8}" destId="{C94675DC-4D07-5742-B33E-FC19585A7B13}" srcOrd="0" destOrd="0" presId="urn:microsoft.com/office/officeart/2005/8/layout/gear1"/>
    <dgm:cxn modelId="{1FA71816-886B-004E-B681-6DFA83C5AA30}" srcId="{BCA97103-EEA0-C74F-9812-5DF5E44A8486}" destId="{3E7BB506-C74C-C549-86D9-08677BBEB1F8}" srcOrd="0" destOrd="0" parTransId="{3B0D60A5-9520-8A4C-A4BE-B4E761A5AF6A}" sibTransId="{2EB05504-0E7E-BE4B-A19D-AEF8A75F994D}"/>
    <dgm:cxn modelId="{AB8CDB19-4F0E-7744-BD06-09C8F2F0B337}" srcId="{A3185E7E-FE72-014F-AF24-069342EC11B9}" destId="{A4596C4F-81F4-A447-8387-8E23BA56B84C}" srcOrd="0" destOrd="0" parTransId="{CA2E624C-2EF4-334D-BAE2-CAE1BD2E7357}" sibTransId="{8AED4912-895C-894C-BED2-F6985A5ED5D2}"/>
    <dgm:cxn modelId="{EA0AFC28-0185-B242-8DA7-294DD45C5447}" srcId="{BCA97103-EEA0-C74F-9812-5DF5E44A8486}" destId="{824703E4-C6E1-234A-8D2B-8F97F9F167B7}" srcOrd="2" destOrd="0" parTransId="{7C0F7F3B-9EFB-8341-9BD6-61C304CFC7C9}" sibTransId="{6DF828DA-4891-C745-A4E8-2538F890994F}"/>
    <dgm:cxn modelId="{5F374A2C-5368-A643-BAA3-CCEE1CD0997B}" type="presOf" srcId="{C5EDD2E6-42EB-3140-851C-3D5A4FD338AB}" destId="{C94675DC-4D07-5742-B33E-FC19585A7B13}" srcOrd="0" destOrd="4" presId="urn:microsoft.com/office/officeart/2005/8/layout/gear1"/>
    <dgm:cxn modelId="{4C6D9E43-F130-954F-9596-AD73D7F9728C}" type="presOf" srcId="{13C06B74-7A6A-CF4C-B7B8-9CCF5F693F65}" destId="{0B85E169-C301-BB40-B51C-13859141A57F}" srcOrd="0" destOrd="1" presId="urn:microsoft.com/office/officeart/2005/8/layout/gear1"/>
    <dgm:cxn modelId="{11A19A48-D453-1840-8699-FBE74A24D5FF}" srcId="{A3185E7E-FE72-014F-AF24-069342EC11B9}" destId="{13C06B74-7A6A-CF4C-B7B8-9CCF5F693F65}" srcOrd="1" destOrd="0" parTransId="{53358A19-D776-7A42-9880-3E2983EC1965}" sibTransId="{44C3891A-968D-9842-BAFC-0E37BF3AB893}"/>
    <dgm:cxn modelId="{AA420E4A-92EF-5141-BC62-BC0960F7ACC7}" type="presOf" srcId="{824703E4-C6E1-234A-8D2B-8F97F9F167B7}" destId="{C94675DC-4D07-5742-B33E-FC19585A7B13}" srcOrd="0" destOrd="2" presId="urn:microsoft.com/office/officeart/2005/8/layout/gear1"/>
    <dgm:cxn modelId="{E55DE064-6431-154D-939F-EEEFD8A5C1DA}" type="presOf" srcId="{BCA97103-EEA0-C74F-9812-5DF5E44A8486}" destId="{D2A278FB-E022-5745-B629-668B255BB594}" srcOrd="0" destOrd="0" presId="urn:microsoft.com/office/officeart/2005/8/layout/gear1"/>
    <dgm:cxn modelId="{71FAC471-56FC-5640-BF95-8AE9F4D8A485}" type="presOf" srcId="{7C47E6E4-11DD-2246-A154-2B0F54FEF2EA}" destId="{96B91A37-1B73-8E49-8451-D1B9A0633F84}" srcOrd="0" destOrd="0" presId="urn:microsoft.com/office/officeart/2005/8/layout/gear1"/>
    <dgm:cxn modelId="{FCCD6F73-896D-A140-A390-AC95B2973F2F}" type="presOf" srcId="{731B3538-4EA4-6547-8338-DC222193AF0F}" destId="{0B85E169-C301-BB40-B51C-13859141A57F}" srcOrd="0" destOrd="3" presId="urn:microsoft.com/office/officeart/2005/8/layout/gear1"/>
    <dgm:cxn modelId="{A54D5A7E-7090-314C-BC51-69C6F242DA09}" type="presOf" srcId="{B9973893-D3DE-0342-B34A-3F68DB3E3BA5}" destId="{0B85E169-C301-BB40-B51C-13859141A57F}" srcOrd="0" destOrd="4" presId="urn:microsoft.com/office/officeart/2005/8/layout/gear1"/>
    <dgm:cxn modelId="{7352B982-407C-6B4A-A7FF-7AD08CB093CF}" srcId="{A3185E7E-FE72-014F-AF24-069342EC11B9}" destId="{05394518-17EA-C046-8884-253D57DC4386}" srcOrd="2" destOrd="0" parTransId="{BA0F036A-28D7-3A40-B9E1-6E9B4D3FD4B3}" sibTransId="{B4A0C166-B068-0347-8336-B9A5A274D30A}"/>
    <dgm:cxn modelId="{1B21A685-6AB1-BD4E-8603-383CB5561CDD}" type="presOf" srcId="{A48C31D4-C0B6-6240-9459-ED12C615C7B2}" destId="{393E9275-BA78-3B49-98AB-B59CA58D68CF}" srcOrd="0" destOrd="0" presId="urn:microsoft.com/office/officeart/2005/8/layout/gear1"/>
    <dgm:cxn modelId="{5AB7358A-0689-6641-A20F-3F0287768979}" type="presOf" srcId="{BAF4E5A3-F43D-5443-8820-60EEA53F1B4D}" destId="{0131C5F6-45DB-2E47-96CC-9D81D906170D}" srcOrd="0" destOrd="0" presId="urn:microsoft.com/office/officeart/2005/8/layout/gear1"/>
    <dgm:cxn modelId="{9D1E978A-4DA3-A741-957E-EFCD99043927}" type="presOf" srcId="{A3185E7E-FE72-014F-AF24-069342EC11B9}" destId="{CE11B3C8-16EF-4C43-9A17-3B320F10ADD9}" srcOrd="2" destOrd="0" presId="urn:microsoft.com/office/officeart/2005/8/layout/gear1"/>
    <dgm:cxn modelId="{FB1AD18D-3A01-D54F-8416-12D12745A897}" type="presOf" srcId="{A3185E7E-FE72-014F-AF24-069342EC11B9}" destId="{AF2BF721-372A-9044-B507-2D320638E8F4}" srcOrd="1" destOrd="0" presId="urn:microsoft.com/office/officeart/2005/8/layout/gear1"/>
    <dgm:cxn modelId="{B5AF699C-CDEF-7F49-91A2-2A6525310170}" type="presOf" srcId="{05394518-17EA-C046-8884-253D57DC4386}" destId="{0B85E169-C301-BB40-B51C-13859141A57F}" srcOrd="0" destOrd="2" presId="urn:microsoft.com/office/officeart/2005/8/layout/gear1"/>
    <dgm:cxn modelId="{67E3DA9C-C04D-D147-9484-824477684FD2}" type="presOf" srcId="{C48FE592-B5AA-F54F-8C4C-AB26EA632867}" destId="{C94675DC-4D07-5742-B33E-FC19585A7B13}" srcOrd="0" destOrd="1" presId="urn:microsoft.com/office/officeart/2005/8/layout/gear1"/>
    <dgm:cxn modelId="{379324B3-3D9A-1848-AF16-A6B22A1A1939}" srcId="{BCA97103-EEA0-C74F-9812-5DF5E44A8486}" destId="{C5EDD2E6-42EB-3140-851C-3D5A4FD338AB}" srcOrd="4" destOrd="0" parTransId="{B0181965-A765-0549-AEEB-ECC96F75DA42}" sibTransId="{0F653C6B-A94E-2043-9BE2-A91060734208}"/>
    <dgm:cxn modelId="{D05623BD-38E2-624B-9B75-BB8EB475F106}" type="presOf" srcId="{BCA97103-EEA0-C74F-9812-5DF5E44A8486}" destId="{9614955E-42B3-B542-A887-89F51B3F0511}" srcOrd="2" destOrd="0" presId="urn:microsoft.com/office/officeart/2005/8/layout/gear1"/>
    <dgm:cxn modelId="{3A0EB2BF-6673-D843-A414-827438A2CAAD}" srcId="{A3185E7E-FE72-014F-AF24-069342EC11B9}" destId="{B9973893-D3DE-0342-B34A-3F68DB3E3BA5}" srcOrd="4" destOrd="0" parTransId="{F0F1514C-E174-D140-9037-23C28D1C0982}" sibTransId="{7B0BF6BA-D7F6-F449-A4F4-C9FFF90C6EF1}"/>
    <dgm:cxn modelId="{186DCDC4-FEED-8945-9AEE-E4336F7CDD37}" srcId="{A48C31D4-C0B6-6240-9459-ED12C615C7B2}" destId="{A3185E7E-FE72-014F-AF24-069342EC11B9}" srcOrd="0" destOrd="0" parTransId="{6C17CFA2-3E88-D743-9831-5A942BE04B77}" sibTransId="{BAF4E5A3-F43D-5443-8820-60EEA53F1B4D}"/>
    <dgm:cxn modelId="{E5B128CB-547E-B142-B9DC-8AA3E6818637}" srcId="{BCA97103-EEA0-C74F-9812-5DF5E44A8486}" destId="{C48FE592-B5AA-F54F-8C4C-AB26EA632867}" srcOrd="1" destOrd="0" parTransId="{CAA3FA48-831C-EC4F-8493-9886ACBFEADB}" sibTransId="{CC7AD382-00D7-4B46-B4DE-5A392167AF31}"/>
    <dgm:cxn modelId="{EDE1EACC-7DC1-8247-A107-7F1168358795}" srcId="{A3185E7E-FE72-014F-AF24-069342EC11B9}" destId="{731B3538-4EA4-6547-8338-DC222193AF0F}" srcOrd="3" destOrd="0" parTransId="{7B381ABA-1400-9245-AFDC-30D219D97B36}" sibTransId="{15216CFB-8F55-DC49-BF0C-3AFB05F42395}"/>
    <dgm:cxn modelId="{0B6368CD-6611-AA47-88FA-BDC1941DB6D0}" type="presOf" srcId="{1D278461-5141-A94A-99AD-8FA711952A88}" destId="{C94675DC-4D07-5742-B33E-FC19585A7B13}" srcOrd="0" destOrd="3" presId="urn:microsoft.com/office/officeart/2005/8/layout/gear1"/>
    <dgm:cxn modelId="{BBB371CD-F006-4941-8CEB-9B4AA1C03853}" type="presOf" srcId="{A3185E7E-FE72-014F-AF24-069342EC11B9}" destId="{63C36BC9-37A4-D047-B815-BB8E84FDC948}" srcOrd="0" destOrd="0" presId="urn:microsoft.com/office/officeart/2005/8/layout/gear1"/>
    <dgm:cxn modelId="{D0903BDD-8FE2-954B-8A13-8CEDE52E7373}" srcId="{A48C31D4-C0B6-6240-9459-ED12C615C7B2}" destId="{BCA97103-EEA0-C74F-9812-5DF5E44A8486}" srcOrd="1" destOrd="0" parTransId="{A0772450-5527-B741-B905-9AFE1DEDDB51}" sibTransId="{7C47E6E4-11DD-2246-A154-2B0F54FEF2EA}"/>
    <dgm:cxn modelId="{C40ED4E5-2D59-7D47-A553-D73620A506C1}" srcId="{BCA97103-EEA0-C74F-9812-5DF5E44A8486}" destId="{1D278461-5141-A94A-99AD-8FA711952A88}" srcOrd="3" destOrd="0" parTransId="{8DDEAEC1-4292-A843-81AC-D1C24C5BDC30}" sibTransId="{AFC97ECE-65F1-204A-AFF7-1D6A3A0E3784}"/>
    <dgm:cxn modelId="{D49D3469-25CE-5944-97BB-FCBAE47566DD}" type="presParOf" srcId="{393E9275-BA78-3B49-98AB-B59CA58D68CF}" destId="{63C36BC9-37A4-D047-B815-BB8E84FDC948}" srcOrd="0" destOrd="0" presId="urn:microsoft.com/office/officeart/2005/8/layout/gear1"/>
    <dgm:cxn modelId="{281E7AE6-9FEF-EE4E-BF94-4468EEB757E0}" type="presParOf" srcId="{393E9275-BA78-3B49-98AB-B59CA58D68CF}" destId="{AF2BF721-372A-9044-B507-2D320638E8F4}" srcOrd="1" destOrd="0" presId="urn:microsoft.com/office/officeart/2005/8/layout/gear1"/>
    <dgm:cxn modelId="{0F64FE74-BCF5-304A-8B47-2EA1D186AA73}" type="presParOf" srcId="{393E9275-BA78-3B49-98AB-B59CA58D68CF}" destId="{CE11B3C8-16EF-4C43-9A17-3B320F10ADD9}" srcOrd="2" destOrd="0" presId="urn:microsoft.com/office/officeart/2005/8/layout/gear1"/>
    <dgm:cxn modelId="{EA7E9AD8-040C-364F-8636-8A5832CE692B}" type="presParOf" srcId="{393E9275-BA78-3B49-98AB-B59CA58D68CF}" destId="{0B85E169-C301-BB40-B51C-13859141A57F}" srcOrd="3" destOrd="0" presId="urn:microsoft.com/office/officeart/2005/8/layout/gear1"/>
    <dgm:cxn modelId="{2157EA9C-E746-D44C-AEE1-E1B65BA9F7F5}" type="presParOf" srcId="{393E9275-BA78-3B49-98AB-B59CA58D68CF}" destId="{D2A278FB-E022-5745-B629-668B255BB594}" srcOrd="4" destOrd="0" presId="urn:microsoft.com/office/officeart/2005/8/layout/gear1"/>
    <dgm:cxn modelId="{9CD38F67-8D00-B94E-A469-E8F58E79E5BE}" type="presParOf" srcId="{393E9275-BA78-3B49-98AB-B59CA58D68CF}" destId="{8EB951A3-A2AA-AE42-9928-492A97D888CC}" srcOrd="5" destOrd="0" presId="urn:microsoft.com/office/officeart/2005/8/layout/gear1"/>
    <dgm:cxn modelId="{0BA3B246-5909-2D4F-9501-495D401510AC}" type="presParOf" srcId="{393E9275-BA78-3B49-98AB-B59CA58D68CF}" destId="{9614955E-42B3-B542-A887-89F51B3F0511}" srcOrd="6" destOrd="0" presId="urn:microsoft.com/office/officeart/2005/8/layout/gear1"/>
    <dgm:cxn modelId="{190C66EA-326E-C447-BC8B-5B8B3A668D7C}" type="presParOf" srcId="{393E9275-BA78-3B49-98AB-B59CA58D68CF}" destId="{C94675DC-4D07-5742-B33E-FC19585A7B13}" srcOrd="7" destOrd="0" presId="urn:microsoft.com/office/officeart/2005/8/layout/gear1"/>
    <dgm:cxn modelId="{920A9AEE-BD38-B549-9F0D-57B595771D07}" type="presParOf" srcId="{393E9275-BA78-3B49-98AB-B59CA58D68CF}" destId="{0131C5F6-45DB-2E47-96CC-9D81D906170D}" srcOrd="8" destOrd="0" presId="urn:microsoft.com/office/officeart/2005/8/layout/gear1"/>
    <dgm:cxn modelId="{DA5470DD-3480-8448-821A-06F0B818D902}" type="presParOf" srcId="{393E9275-BA78-3B49-98AB-B59CA58D68CF}" destId="{96B91A37-1B73-8E49-8451-D1B9A0633F84}" srcOrd="9"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960DC4-C295-D14C-B1C2-94C5BB534030}" type="doc">
      <dgm:prSet loTypeId="urn:microsoft.com/office/officeart/2005/8/layout/process1" loCatId="" qsTypeId="urn:microsoft.com/office/officeart/2005/8/quickstyle/simple1" qsCatId="simple" csTypeId="urn:microsoft.com/office/officeart/2005/8/colors/accent1_2" csCatId="accent1" phldr="1"/>
      <dgm:spPr/>
      <dgm:t>
        <a:bodyPr/>
        <a:lstStyle/>
        <a:p>
          <a:endParaRPr lang="en-GB"/>
        </a:p>
      </dgm:t>
    </dgm:pt>
    <dgm:pt modelId="{503410D4-09FD-A74D-BF6B-B8CF22058120}">
      <dgm:prSet phldrT="[Text]" custT="1"/>
      <dgm:spPr/>
      <dgm:t>
        <a:bodyPr/>
        <a:lstStyle/>
        <a:p>
          <a:r>
            <a:rPr lang="en-SG" sz="1800" b="0" i="0" dirty="0">
              <a:solidFill>
                <a:srgbClr val="FBBF24"/>
              </a:solidFill>
              <a:effectLst/>
              <a:latin typeface="Inter"/>
            </a:rPr>
            <a:t>🔧</a:t>
          </a:r>
          <a:r>
            <a:rPr lang="en-SG" sz="1200" b="0" i="0" dirty="0">
              <a:solidFill>
                <a:srgbClr val="FBBF24"/>
              </a:solidFill>
              <a:effectLst/>
              <a:latin typeface="Inter"/>
            </a:rPr>
            <a:t> </a:t>
          </a:r>
          <a:r>
            <a:rPr lang="en-GB" sz="1200" dirty="0" err="1"/>
            <a:t>PreProcess</a:t>
          </a:r>
          <a:endParaRPr lang="en-GB" sz="1200" dirty="0"/>
        </a:p>
      </dgm:t>
    </dgm:pt>
    <dgm:pt modelId="{E7C0CBE3-E2A4-0F4B-8BE0-4DFA8BAE9067}" type="parTrans" cxnId="{D1685FE6-DDF6-0245-9361-302675B92BBB}">
      <dgm:prSet/>
      <dgm:spPr/>
      <dgm:t>
        <a:bodyPr/>
        <a:lstStyle/>
        <a:p>
          <a:endParaRPr lang="en-GB" sz="1200"/>
        </a:p>
      </dgm:t>
    </dgm:pt>
    <dgm:pt modelId="{76AA8FD4-3662-E94C-B00B-BA5DE283669D}" type="sibTrans" cxnId="{D1685FE6-DDF6-0245-9361-302675B92BBB}">
      <dgm:prSet/>
      <dgm:spPr/>
      <dgm:t>
        <a:bodyPr/>
        <a:lstStyle/>
        <a:p>
          <a:endParaRPr lang="en-GB" sz="1200"/>
        </a:p>
      </dgm:t>
    </dgm:pt>
    <dgm:pt modelId="{A6BD3286-4252-BF40-8E7C-17B4E01DF79D}">
      <dgm:prSet phldrT="[Text]" custT="1"/>
      <dgm:spPr/>
      <dgm:t>
        <a:bodyPr/>
        <a:lstStyle/>
        <a:p>
          <a:r>
            <a:rPr lang="en-SG" sz="1800" b="0" i="0" dirty="0">
              <a:solidFill>
                <a:srgbClr val="F472B6"/>
              </a:solidFill>
              <a:effectLst/>
              <a:latin typeface="Inter"/>
            </a:rPr>
            <a:t>🧠 </a:t>
          </a:r>
          <a:r>
            <a:rPr lang="en-GB" sz="1200" dirty="0"/>
            <a:t>Train</a:t>
          </a:r>
        </a:p>
      </dgm:t>
    </dgm:pt>
    <dgm:pt modelId="{797EF568-64C7-CE49-B5B4-9565E9081A85}" type="parTrans" cxnId="{E02632B3-6E3F-2C4E-9531-9084D5E13C5C}">
      <dgm:prSet/>
      <dgm:spPr/>
      <dgm:t>
        <a:bodyPr/>
        <a:lstStyle/>
        <a:p>
          <a:endParaRPr lang="en-GB" sz="1200"/>
        </a:p>
      </dgm:t>
    </dgm:pt>
    <dgm:pt modelId="{E141C4D2-25F3-1448-9B9F-9D48EF837032}" type="sibTrans" cxnId="{E02632B3-6E3F-2C4E-9531-9084D5E13C5C}">
      <dgm:prSet/>
      <dgm:spPr/>
      <dgm:t>
        <a:bodyPr/>
        <a:lstStyle/>
        <a:p>
          <a:endParaRPr lang="en-GB" sz="1200"/>
        </a:p>
      </dgm:t>
    </dgm:pt>
    <dgm:pt modelId="{95D1D0B4-A055-244B-AFE2-2BC603F2F919}">
      <dgm:prSet custT="1"/>
      <dgm:spPr/>
      <dgm:t>
        <a:bodyPr/>
        <a:lstStyle/>
        <a:p>
          <a:r>
            <a:rPr lang="en-SG" sz="1800" b="0" i="0" dirty="0">
              <a:solidFill>
                <a:srgbClr val="34D399"/>
              </a:solidFill>
              <a:effectLst/>
              <a:latin typeface="Inter"/>
            </a:rPr>
            <a:t>📄</a:t>
          </a:r>
          <a:r>
            <a:rPr lang="en-SG" sz="1200" b="0" i="0" dirty="0">
              <a:solidFill>
                <a:srgbClr val="34D399"/>
              </a:solidFill>
              <a:effectLst/>
              <a:latin typeface="Inter"/>
            </a:rPr>
            <a:t> </a:t>
          </a:r>
          <a:r>
            <a:rPr lang="en-US" sz="1200" dirty="0"/>
            <a:t>Report</a:t>
          </a:r>
        </a:p>
      </dgm:t>
    </dgm:pt>
    <dgm:pt modelId="{F1670DC4-C09C-C246-9050-AE9FF4387A4B}" type="parTrans" cxnId="{D9A077E8-DD31-A241-99F3-CD7DE4DF9827}">
      <dgm:prSet/>
      <dgm:spPr/>
      <dgm:t>
        <a:bodyPr/>
        <a:lstStyle/>
        <a:p>
          <a:endParaRPr lang="en-GB" sz="1200"/>
        </a:p>
      </dgm:t>
    </dgm:pt>
    <dgm:pt modelId="{4825BEA3-92DB-3A46-993D-4CA0DC3C61CD}" type="sibTrans" cxnId="{D9A077E8-DD31-A241-99F3-CD7DE4DF9827}">
      <dgm:prSet/>
      <dgm:spPr/>
      <dgm:t>
        <a:bodyPr/>
        <a:lstStyle/>
        <a:p>
          <a:endParaRPr lang="en-GB" sz="1200"/>
        </a:p>
      </dgm:t>
    </dgm:pt>
    <dgm:pt modelId="{AB4E5E6B-E4FE-B64C-ADC5-0661B828E471}">
      <dgm:prSet custT="1"/>
      <dgm:spPr/>
      <dgm:t>
        <a:bodyPr/>
        <a:lstStyle/>
        <a:p>
          <a:r>
            <a:rPr lang="en-SG" sz="1800" b="0" i="0" dirty="0">
              <a:solidFill>
                <a:srgbClr val="A78BFA"/>
              </a:solidFill>
              <a:effectLst/>
              <a:latin typeface="Inter"/>
            </a:rPr>
            <a:t>📊</a:t>
          </a:r>
          <a:r>
            <a:rPr lang="en-SG" sz="1200" b="0" i="0" dirty="0">
              <a:solidFill>
                <a:srgbClr val="A78BFA"/>
              </a:solidFill>
              <a:effectLst/>
              <a:latin typeface="Inter"/>
            </a:rPr>
            <a:t> </a:t>
          </a:r>
          <a:r>
            <a:rPr lang="en-US" sz="1200" dirty="0"/>
            <a:t>Evaluate</a:t>
          </a:r>
        </a:p>
      </dgm:t>
    </dgm:pt>
    <dgm:pt modelId="{E3278696-CB50-2844-A501-C993B0AC7897}" type="parTrans" cxnId="{4C3735CD-4FCB-0949-9105-53BEAD411B4B}">
      <dgm:prSet/>
      <dgm:spPr/>
      <dgm:t>
        <a:bodyPr/>
        <a:lstStyle/>
        <a:p>
          <a:endParaRPr lang="en-GB" sz="1200"/>
        </a:p>
      </dgm:t>
    </dgm:pt>
    <dgm:pt modelId="{2DFD6368-53A7-1340-BC98-81DA2A969EAD}" type="sibTrans" cxnId="{4C3735CD-4FCB-0949-9105-53BEAD411B4B}">
      <dgm:prSet/>
      <dgm:spPr/>
      <dgm:t>
        <a:bodyPr/>
        <a:lstStyle/>
        <a:p>
          <a:endParaRPr lang="en-GB" sz="1200"/>
        </a:p>
      </dgm:t>
    </dgm:pt>
    <dgm:pt modelId="{24FA8B11-257E-124E-A2A2-FCEDDCB7C4FD}">
      <dgm:prSet custT="1"/>
      <dgm:spPr/>
      <dgm:t>
        <a:bodyPr/>
        <a:lstStyle/>
        <a:p>
          <a:r>
            <a:rPr lang="en-SG" sz="1800" b="0" i="0" dirty="0">
              <a:solidFill>
                <a:srgbClr val="38BDF8"/>
              </a:solidFill>
              <a:effectLst/>
              <a:latin typeface="Inter"/>
            </a:rPr>
            <a:t>📧</a:t>
          </a:r>
          <a:r>
            <a:rPr lang="en-SG" sz="1200" b="0" i="0" dirty="0">
              <a:solidFill>
                <a:srgbClr val="38BDF8"/>
              </a:solidFill>
              <a:effectLst/>
              <a:latin typeface="Inter"/>
            </a:rPr>
            <a:t> </a:t>
          </a:r>
          <a:r>
            <a:rPr lang="en-US" sz="1200" dirty="0"/>
            <a:t>Email</a:t>
          </a:r>
        </a:p>
      </dgm:t>
    </dgm:pt>
    <dgm:pt modelId="{25371928-2FD6-FB4C-913C-EB2C5DE5768E}" type="parTrans" cxnId="{EF5EA5F5-DE56-1F44-A4FD-386A4624E7FC}">
      <dgm:prSet/>
      <dgm:spPr/>
      <dgm:t>
        <a:bodyPr/>
        <a:lstStyle/>
        <a:p>
          <a:endParaRPr lang="en-GB" sz="1200"/>
        </a:p>
      </dgm:t>
    </dgm:pt>
    <dgm:pt modelId="{81CD852C-94E9-9446-9FEB-698F171005A7}" type="sibTrans" cxnId="{EF5EA5F5-DE56-1F44-A4FD-386A4624E7FC}">
      <dgm:prSet/>
      <dgm:spPr/>
      <dgm:t>
        <a:bodyPr/>
        <a:lstStyle/>
        <a:p>
          <a:endParaRPr lang="en-GB" sz="1200"/>
        </a:p>
      </dgm:t>
    </dgm:pt>
    <dgm:pt modelId="{9D1F0B36-F02A-F54F-8313-4015322B6FC2}">
      <dgm:prSet phldrT="[Text]" custT="1"/>
      <dgm:spPr/>
      <dgm:t>
        <a:bodyPr/>
        <a:lstStyle/>
        <a:p>
          <a:r>
            <a:rPr lang="en-SG" sz="1800" b="0" i="0" dirty="0">
              <a:solidFill>
                <a:srgbClr val="38BDF8"/>
              </a:solidFill>
              <a:effectLst/>
              <a:latin typeface="Inter"/>
            </a:rPr>
            <a:t>📥</a:t>
          </a:r>
          <a:r>
            <a:rPr lang="en-SG" sz="1200" b="0" i="0" dirty="0">
              <a:solidFill>
                <a:srgbClr val="38BDF8"/>
              </a:solidFill>
              <a:effectLst/>
              <a:latin typeface="Inter"/>
            </a:rPr>
            <a:t> </a:t>
          </a:r>
          <a:r>
            <a:rPr lang="en-GB" sz="1200" dirty="0"/>
            <a:t>Download</a:t>
          </a:r>
        </a:p>
      </dgm:t>
    </dgm:pt>
    <dgm:pt modelId="{F008832D-A05A-2B45-9DCA-5123AED87FBB}" type="sibTrans" cxnId="{F68BEE2B-BA97-A548-BA2B-05511F3EAA43}">
      <dgm:prSet/>
      <dgm:spPr/>
      <dgm:t>
        <a:bodyPr/>
        <a:lstStyle/>
        <a:p>
          <a:endParaRPr lang="en-GB" sz="1200"/>
        </a:p>
      </dgm:t>
    </dgm:pt>
    <dgm:pt modelId="{A42C67A3-7109-3A46-A65E-10BFE1F82249}" type="parTrans" cxnId="{F68BEE2B-BA97-A548-BA2B-05511F3EAA43}">
      <dgm:prSet/>
      <dgm:spPr/>
      <dgm:t>
        <a:bodyPr/>
        <a:lstStyle/>
        <a:p>
          <a:endParaRPr lang="en-GB" sz="1200"/>
        </a:p>
      </dgm:t>
    </dgm:pt>
    <dgm:pt modelId="{FEF845C6-F930-F04C-A615-8A3F6F1EE743}" type="pres">
      <dgm:prSet presAssocID="{34960DC4-C295-D14C-B1C2-94C5BB534030}" presName="Name0" presStyleCnt="0">
        <dgm:presLayoutVars>
          <dgm:dir/>
          <dgm:resizeHandles val="exact"/>
        </dgm:presLayoutVars>
      </dgm:prSet>
      <dgm:spPr/>
    </dgm:pt>
    <dgm:pt modelId="{0C879E6D-154E-BE4E-9A65-1A5EDF031E25}" type="pres">
      <dgm:prSet presAssocID="{9D1F0B36-F02A-F54F-8313-4015322B6FC2}" presName="node" presStyleLbl="node1" presStyleIdx="0" presStyleCnt="6">
        <dgm:presLayoutVars>
          <dgm:bulletEnabled val="1"/>
        </dgm:presLayoutVars>
      </dgm:prSet>
      <dgm:spPr/>
    </dgm:pt>
    <dgm:pt modelId="{46D1E8EC-7EEA-2B4C-919F-04C5EB34F21A}" type="pres">
      <dgm:prSet presAssocID="{F008832D-A05A-2B45-9DCA-5123AED87FBB}" presName="sibTrans" presStyleLbl="sibTrans2D1" presStyleIdx="0" presStyleCnt="5"/>
      <dgm:spPr/>
    </dgm:pt>
    <dgm:pt modelId="{64451908-CCB2-EA46-B46C-1B776185DC88}" type="pres">
      <dgm:prSet presAssocID="{F008832D-A05A-2B45-9DCA-5123AED87FBB}" presName="connectorText" presStyleLbl="sibTrans2D1" presStyleIdx="0" presStyleCnt="5"/>
      <dgm:spPr/>
    </dgm:pt>
    <dgm:pt modelId="{D15B45D1-7E2F-F94C-802A-51561DDF71FD}" type="pres">
      <dgm:prSet presAssocID="{503410D4-09FD-A74D-BF6B-B8CF22058120}" presName="node" presStyleLbl="node1" presStyleIdx="1" presStyleCnt="6">
        <dgm:presLayoutVars>
          <dgm:bulletEnabled val="1"/>
        </dgm:presLayoutVars>
      </dgm:prSet>
      <dgm:spPr/>
    </dgm:pt>
    <dgm:pt modelId="{49FE114F-848D-5049-A13A-A259E21222BB}" type="pres">
      <dgm:prSet presAssocID="{76AA8FD4-3662-E94C-B00B-BA5DE283669D}" presName="sibTrans" presStyleLbl="sibTrans2D1" presStyleIdx="1" presStyleCnt="5"/>
      <dgm:spPr/>
    </dgm:pt>
    <dgm:pt modelId="{2FE5CC02-A1A2-2342-BCF6-7B709446B4DB}" type="pres">
      <dgm:prSet presAssocID="{76AA8FD4-3662-E94C-B00B-BA5DE283669D}" presName="connectorText" presStyleLbl="sibTrans2D1" presStyleIdx="1" presStyleCnt="5"/>
      <dgm:spPr/>
    </dgm:pt>
    <dgm:pt modelId="{200D280F-8108-5448-ADAA-FFDA78EF6D45}" type="pres">
      <dgm:prSet presAssocID="{A6BD3286-4252-BF40-8E7C-17B4E01DF79D}" presName="node" presStyleLbl="node1" presStyleIdx="2" presStyleCnt="6">
        <dgm:presLayoutVars>
          <dgm:bulletEnabled val="1"/>
        </dgm:presLayoutVars>
      </dgm:prSet>
      <dgm:spPr/>
    </dgm:pt>
    <dgm:pt modelId="{32CA762D-B703-0644-B2FE-3E3950C503FD}" type="pres">
      <dgm:prSet presAssocID="{E141C4D2-25F3-1448-9B9F-9D48EF837032}" presName="sibTrans" presStyleLbl="sibTrans2D1" presStyleIdx="2" presStyleCnt="5"/>
      <dgm:spPr/>
    </dgm:pt>
    <dgm:pt modelId="{95869CD5-C42D-5941-8C3C-B46D4CF86E04}" type="pres">
      <dgm:prSet presAssocID="{E141C4D2-25F3-1448-9B9F-9D48EF837032}" presName="connectorText" presStyleLbl="sibTrans2D1" presStyleIdx="2" presStyleCnt="5"/>
      <dgm:spPr/>
    </dgm:pt>
    <dgm:pt modelId="{3C0023AD-A2FC-FE44-AF0C-D79B738B77D8}" type="pres">
      <dgm:prSet presAssocID="{AB4E5E6B-E4FE-B64C-ADC5-0661B828E471}" presName="node" presStyleLbl="node1" presStyleIdx="3" presStyleCnt="6">
        <dgm:presLayoutVars>
          <dgm:bulletEnabled val="1"/>
        </dgm:presLayoutVars>
      </dgm:prSet>
      <dgm:spPr/>
    </dgm:pt>
    <dgm:pt modelId="{3BA2A990-DFCC-0A4D-AFC4-47FD05836540}" type="pres">
      <dgm:prSet presAssocID="{2DFD6368-53A7-1340-BC98-81DA2A969EAD}" presName="sibTrans" presStyleLbl="sibTrans2D1" presStyleIdx="3" presStyleCnt="5"/>
      <dgm:spPr/>
    </dgm:pt>
    <dgm:pt modelId="{59AEF0C2-1F56-F940-A2F8-D37ED6258928}" type="pres">
      <dgm:prSet presAssocID="{2DFD6368-53A7-1340-BC98-81DA2A969EAD}" presName="connectorText" presStyleLbl="sibTrans2D1" presStyleIdx="3" presStyleCnt="5"/>
      <dgm:spPr/>
    </dgm:pt>
    <dgm:pt modelId="{630C2F84-C630-154D-A838-EAD0FA2568FB}" type="pres">
      <dgm:prSet presAssocID="{95D1D0B4-A055-244B-AFE2-2BC603F2F919}" presName="node" presStyleLbl="node1" presStyleIdx="4" presStyleCnt="6">
        <dgm:presLayoutVars>
          <dgm:bulletEnabled val="1"/>
        </dgm:presLayoutVars>
      </dgm:prSet>
      <dgm:spPr/>
    </dgm:pt>
    <dgm:pt modelId="{4B35725D-2312-ED4C-A8BD-82CBABC91807}" type="pres">
      <dgm:prSet presAssocID="{4825BEA3-92DB-3A46-993D-4CA0DC3C61CD}" presName="sibTrans" presStyleLbl="sibTrans2D1" presStyleIdx="4" presStyleCnt="5"/>
      <dgm:spPr/>
    </dgm:pt>
    <dgm:pt modelId="{1EAFADFF-428C-3C4C-9F7A-2D0D8B5489AA}" type="pres">
      <dgm:prSet presAssocID="{4825BEA3-92DB-3A46-993D-4CA0DC3C61CD}" presName="connectorText" presStyleLbl="sibTrans2D1" presStyleIdx="4" presStyleCnt="5"/>
      <dgm:spPr/>
    </dgm:pt>
    <dgm:pt modelId="{41309FF1-0984-F749-845B-3FD9DCCB52A9}" type="pres">
      <dgm:prSet presAssocID="{24FA8B11-257E-124E-A2A2-FCEDDCB7C4FD}" presName="node" presStyleLbl="node1" presStyleIdx="5" presStyleCnt="6">
        <dgm:presLayoutVars>
          <dgm:bulletEnabled val="1"/>
        </dgm:presLayoutVars>
      </dgm:prSet>
      <dgm:spPr/>
    </dgm:pt>
  </dgm:ptLst>
  <dgm:cxnLst>
    <dgm:cxn modelId="{1A101207-E214-A940-A08E-97C0462B3922}" type="presOf" srcId="{F008832D-A05A-2B45-9DCA-5123AED87FBB}" destId="{64451908-CCB2-EA46-B46C-1B776185DC88}" srcOrd="1" destOrd="0" presId="urn:microsoft.com/office/officeart/2005/8/layout/process1"/>
    <dgm:cxn modelId="{B9EB4607-1449-1749-8DD5-E9C7DB8C2BE6}" type="presOf" srcId="{9D1F0B36-F02A-F54F-8313-4015322B6FC2}" destId="{0C879E6D-154E-BE4E-9A65-1A5EDF031E25}" srcOrd="0" destOrd="0" presId="urn:microsoft.com/office/officeart/2005/8/layout/process1"/>
    <dgm:cxn modelId="{74655408-8A18-3945-8D3F-CD464BFE51EC}" type="presOf" srcId="{76AA8FD4-3662-E94C-B00B-BA5DE283669D}" destId="{49FE114F-848D-5049-A13A-A259E21222BB}" srcOrd="0" destOrd="0" presId="urn:microsoft.com/office/officeart/2005/8/layout/process1"/>
    <dgm:cxn modelId="{F68BEE2B-BA97-A548-BA2B-05511F3EAA43}" srcId="{34960DC4-C295-D14C-B1C2-94C5BB534030}" destId="{9D1F0B36-F02A-F54F-8313-4015322B6FC2}" srcOrd="0" destOrd="0" parTransId="{A42C67A3-7109-3A46-A65E-10BFE1F82249}" sibTransId="{F008832D-A05A-2B45-9DCA-5123AED87FBB}"/>
    <dgm:cxn modelId="{255F9F4B-C6D1-D24B-A7C1-E8588575CECB}" type="presOf" srcId="{E141C4D2-25F3-1448-9B9F-9D48EF837032}" destId="{95869CD5-C42D-5941-8C3C-B46D4CF86E04}" srcOrd="1" destOrd="0" presId="urn:microsoft.com/office/officeart/2005/8/layout/process1"/>
    <dgm:cxn modelId="{0DC1AA63-E8DD-C84A-B742-1C1D0679B4DB}" type="presOf" srcId="{24FA8B11-257E-124E-A2A2-FCEDDCB7C4FD}" destId="{41309FF1-0984-F749-845B-3FD9DCCB52A9}" srcOrd="0" destOrd="0" presId="urn:microsoft.com/office/officeart/2005/8/layout/process1"/>
    <dgm:cxn modelId="{08402876-0B52-8647-8B06-3C8A6E0DB443}" type="presOf" srcId="{76AA8FD4-3662-E94C-B00B-BA5DE283669D}" destId="{2FE5CC02-A1A2-2342-BCF6-7B709446B4DB}" srcOrd="1" destOrd="0" presId="urn:microsoft.com/office/officeart/2005/8/layout/process1"/>
    <dgm:cxn modelId="{1C190E7C-6985-5D4B-ACA5-C9A6ACB68287}" type="presOf" srcId="{F008832D-A05A-2B45-9DCA-5123AED87FBB}" destId="{46D1E8EC-7EEA-2B4C-919F-04C5EB34F21A}" srcOrd="0" destOrd="0" presId="urn:microsoft.com/office/officeart/2005/8/layout/process1"/>
    <dgm:cxn modelId="{40E9C580-AA24-8C42-A607-9F3407D75EE7}" type="presOf" srcId="{2DFD6368-53A7-1340-BC98-81DA2A969EAD}" destId="{3BA2A990-DFCC-0A4D-AFC4-47FD05836540}" srcOrd="0" destOrd="0" presId="urn:microsoft.com/office/officeart/2005/8/layout/process1"/>
    <dgm:cxn modelId="{8F8E3B95-F680-4D49-8434-786AA4C6FB75}" type="presOf" srcId="{A6BD3286-4252-BF40-8E7C-17B4E01DF79D}" destId="{200D280F-8108-5448-ADAA-FFDA78EF6D45}" srcOrd="0" destOrd="0" presId="urn:microsoft.com/office/officeart/2005/8/layout/process1"/>
    <dgm:cxn modelId="{56963D97-95E9-1F41-BF86-6A4B739B123B}" type="presOf" srcId="{4825BEA3-92DB-3A46-993D-4CA0DC3C61CD}" destId="{4B35725D-2312-ED4C-A8BD-82CBABC91807}" srcOrd="0" destOrd="0" presId="urn:microsoft.com/office/officeart/2005/8/layout/process1"/>
    <dgm:cxn modelId="{D220F3A4-B418-3049-8C5F-B3E25F2DBFDF}" type="presOf" srcId="{4825BEA3-92DB-3A46-993D-4CA0DC3C61CD}" destId="{1EAFADFF-428C-3C4C-9F7A-2D0D8B5489AA}" srcOrd="1" destOrd="0" presId="urn:microsoft.com/office/officeart/2005/8/layout/process1"/>
    <dgm:cxn modelId="{E02632B3-6E3F-2C4E-9531-9084D5E13C5C}" srcId="{34960DC4-C295-D14C-B1C2-94C5BB534030}" destId="{A6BD3286-4252-BF40-8E7C-17B4E01DF79D}" srcOrd="2" destOrd="0" parTransId="{797EF568-64C7-CE49-B5B4-9565E9081A85}" sibTransId="{E141C4D2-25F3-1448-9B9F-9D48EF837032}"/>
    <dgm:cxn modelId="{4C3735CD-4FCB-0949-9105-53BEAD411B4B}" srcId="{34960DC4-C295-D14C-B1C2-94C5BB534030}" destId="{AB4E5E6B-E4FE-B64C-ADC5-0661B828E471}" srcOrd="3" destOrd="0" parTransId="{E3278696-CB50-2844-A501-C993B0AC7897}" sibTransId="{2DFD6368-53A7-1340-BC98-81DA2A969EAD}"/>
    <dgm:cxn modelId="{D915C0D6-BDFD-0A46-9ED2-DCD5D93730FB}" type="presOf" srcId="{2DFD6368-53A7-1340-BC98-81DA2A969EAD}" destId="{59AEF0C2-1F56-F940-A2F8-D37ED6258928}" srcOrd="1" destOrd="0" presId="urn:microsoft.com/office/officeart/2005/8/layout/process1"/>
    <dgm:cxn modelId="{0E6EABDF-6294-8D48-9686-2E78D6215146}" type="presOf" srcId="{503410D4-09FD-A74D-BF6B-B8CF22058120}" destId="{D15B45D1-7E2F-F94C-802A-51561DDF71FD}" srcOrd="0" destOrd="0" presId="urn:microsoft.com/office/officeart/2005/8/layout/process1"/>
    <dgm:cxn modelId="{5DBEDBE3-6C76-044B-A280-751D542C31FE}" type="presOf" srcId="{95D1D0B4-A055-244B-AFE2-2BC603F2F919}" destId="{630C2F84-C630-154D-A838-EAD0FA2568FB}" srcOrd="0" destOrd="0" presId="urn:microsoft.com/office/officeart/2005/8/layout/process1"/>
    <dgm:cxn modelId="{D1685FE6-DDF6-0245-9361-302675B92BBB}" srcId="{34960DC4-C295-D14C-B1C2-94C5BB534030}" destId="{503410D4-09FD-A74D-BF6B-B8CF22058120}" srcOrd="1" destOrd="0" parTransId="{E7C0CBE3-E2A4-0F4B-8BE0-4DFA8BAE9067}" sibTransId="{76AA8FD4-3662-E94C-B00B-BA5DE283669D}"/>
    <dgm:cxn modelId="{D9A077E8-DD31-A241-99F3-CD7DE4DF9827}" srcId="{34960DC4-C295-D14C-B1C2-94C5BB534030}" destId="{95D1D0B4-A055-244B-AFE2-2BC603F2F919}" srcOrd="4" destOrd="0" parTransId="{F1670DC4-C09C-C246-9050-AE9FF4387A4B}" sibTransId="{4825BEA3-92DB-3A46-993D-4CA0DC3C61CD}"/>
    <dgm:cxn modelId="{2EDD8FF0-6480-D443-9E1F-7E3D68497031}" type="presOf" srcId="{AB4E5E6B-E4FE-B64C-ADC5-0661B828E471}" destId="{3C0023AD-A2FC-FE44-AF0C-D79B738B77D8}" srcOrd="0" destOrd="0" presId="urn:microsoft.com/office/officeart/2005/8/layout/process1"/>
    <dgm:cxn modelId="{5FFAF0F3-B940-0F40-B5BE-61D83B0BCA2B}" type="presOf" srcId="{34960DC4-C295-D14C-B1C2-94C5BB534030}" destId="{FEF845C6-F930-F04C-A615-8A3F6F1EE743}" srcOrd="0" destOrd="0" presId="urn:microsoft.com/office/officeart/2005/8/layout/process1"/>
    <dgm:cxn modelId="{EF5EA5F5-DE56-1F44-A4FD-386A4624E7FC}" srcId="{34960DC4-C295-D14C-B1C2-94C5BB534030}" destId="{24FA8B11-257E-124E-A2A2-FCEDDCB7C4FD}" srcOrd="5" destOrd="0" parTransId="{25371928-2FD6-FB4C-913C-EB2C5DE5768E}" sibTransId="{81CD852C-94E9-9446-9FEB-698F171005A7}"/>
    <dgm:cxn modelId="{0131C9FF-FDF5-B04F-BA8F-C78124DB8154}" type="presOf" srcId="{E141C4D2-25F3-1448-9B9F-9D48EF837032}" destId="{32CA762D-B703-0644-B2FE-3E3950C503FD}" srcOrd="0" destOrd="0" presId="urn:microsoft.com/office/officeart/2005/8/layout/process1"/>
    <dgm:cxn modelId="{FAB220C4-009B-0C47-B9A3-8871FAA30BD9}" type="presParOf" srcId="{FEF845C6-F930-F04C-A615-8A3F6F1EE743}" destId="{0C879E6D-154E-BE4E-9A65-1A5EDF031E25}" srcOrd="0" destOrd="0" presId="urn:microsoft.com/office/officeart/2005/8/layout/process1"/>
    <dgm:cxn modelId="{E235FD51-41C3-444E-A85A-75B1A32E3F65}" type="presParOf" srcId="{FEF845C6-F930-F04C-A615-8A3F6F1EE743}" destId="{46D1E8EC-7EEA-2B4C-919F-04C5EB34F21A}" srcOrd="1" destOrd="0" presId="urn:microsoft.com/office/officeart/2005/8/layout/process1"/>
    <dgm:cxn modelId="{69DB9E49-363E-2B44-87BD-A545269771A1}" type="presParOf" srcId="{46D1E8EC-7EEA-2B4C-919F-04C5EB34F21A}" destId="{64451908-CCB2-EA46-B46C-1B776185DC88}" srcOrd="0" destOrd="0" presId="urn:microsoft.com/office/officeart/2005/8/layout/process1"/>
    <dgm:cxn modelId="{3C6693DC-1CEE-734C-A883-DECE3575A458}" type="presParOf" srcId="{FEF845C6-F930-F04C-A615-8A3F6F1EE743}" destId="{D15B45D1-7E2F-F94C-802A-51561DDF71FD}" srcOrd="2" destOrd="0" presId="urn:microsoft.com/office/officeart/2005/8/layout/process1"/>
    <dgm:cxn modelId="{C0C140D9-97F6-0F40-BE52-AD1E47D4EFF7}" type="presParOf" srcId="{FEF845C6-F930-F04C-A615-8A3F6F1EE743}" destId="{49FE114F-848D-5049-A13A-A259E21222BB}" srcOrd="3" destOrd="0" presId="urn:microsoft.com/office/officeart/2005/8/layout/process1"/>
    <dgm:cxn modelId="{3AF28E00-7FDB-6148-A887-A1CFA82E7F90}" type="presParOf" srcId="{49FE114F-848D-5049-A13A-A259E21222BB}" destId="{2FE5CC02-A1A2-2342-BCF6-7B709446B4DB}" srcOrd="0" destOrd="0" presId="urn:microsoft.com/office/officeart/2005/8/layout/process1"/>
    <dgm:cxn modelId="{1F2B5427-A431-264B-8F8F-9372904204B1}" type="presParOf" srcId="{FEF845C6-F930-F04C-A615-8A3F6F1EE743}" destId="{200D280F-8108-5448-ADAA-FFDA78EF6D45}" srcOrd="4" destOrd="0" presId="urn:microsoft.com/office/officeart/2005/8/layout/process1"/>
    <dgm:cxn modelId="{B0630BB9-E02D-4046-8B72-69F64BFD14C6}" type="presParOf" srcId="{FEF845C6-F930-F04C-A615-8A3F6F1EE743}" destId="{32CA762D-B703-0644-B2FE-3E3950C503FD}" srcOrd="5" destOrd="0" presId="urn:microsoft.com/office/officeart/2005/8/layout/process1"/>
    <dgm:cxn modelId="{FC75C393-D5F9-B94A-8A9E-B417D02AD6CC}" type="presParOf" srcId="{32CA762D-B703-0644-B2FE-3E3950C503FD}" destId="{95869CD5-C42D-5941-8C3C-B46D4CF86E04}" srcOrd="0" destOrd="0" presId="urn:microsoft.com/office/officeart/2005/8/layout/process1"/>
    <dgm:cxn modelId="{3A6C62CC-6B76-7B47-86FB-936410301F08}" type="presParOf" srcId="{FEF845C6-F930-F04C-A615-8A3F6F1EE743}" destId="{3C0023AD-A2FC-FE44-AF0C-D79B738B77D8}" srcOrd="6" destOrd="0" presId="urn:microsoft.com/office/officeart/2005/8/layout/process1"/>
    <dgm:cxn modelId="{CECF72F3-2F8D-7C4C-BDB5-E231A46BA73E}" type="presParOf" srcId="{FEF845C6-F930-F04C-A615-8A3F6F1EE743}" destId="{3BA2A990-DFCC-0A4D-AFC4-47FD05836540}" srcOrd="7" destOrd="0" presId="urn:microsoft.com/office/officeart/2005/8/layout/process1"/>
    <dgm:cxn modelId="{F6BB2078-2F9B-FF41-85AC-1E8B2C9F4C04}" type="presParOf" srcId="{3BA2A990-DFCC-0A4D-AFC4-47FD05836540}" destId="{59AEF0C2-1F56-F940-A2F8-D37ED6258928}" srcOrd="0" destOrd="0" presId="urn:microsoft.com/office/officeart/2005/8/layout/process1"/>
    <dgm:cxn modelId="{43761786-6BEC-664D-833C-EF9B7BFAF82F}" type="presParOf" srcId="{FEF845C6-F930-F04C-A615-8A3F6F1EE743}" destId="{630C2F84-C630-154D-A838-EAD0FA2568FB}" srcOrd="8" destOrd="0" presId="urn:microsoft.com/office/officeart/2005/8/layout/process1"/>
    <dgm:cxn modelId="{E5B6FA31-9BDA-A748-9C56-AF6ADCE66FF4}" type="presParOf" srcId="{FEF845C6-F930-F04C-A615-8A3F6F1EE743}" destId="{4B35725D-2312-ED4C-A8BD-82CBABC91807}" srcOrd="9" destOrd="0" presId="urn:microsoft.com/office/officeart/2005/8/layout/process1"/>
    <dgm:cxn modelId="{47F2634D-77AB-3345-8447-B8FE758D0DE2}" type="presParOf" srcId="{4B35725D-2312-ED4C-A8BD-82CBABC91807}" destId="{1EAFADFF-428C-3C4C-9F7A-2D0D8B5489AA}" srcOrd="0" destOrd="0" presId="urn:microsoft.com/office/officeart/2005/8/layout/process1"/>
    <dgm:cxn modelId="{D0EDB23B-D267-494A-8668-F7E6B6D175CD}" type="presParOf" srcId="{FEF845C6-F930-F04C-A615-8A3F6F1EE743}" destId="{41309FF1-0984-F749-845B-3FD9DCCB52A9}"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F7D251-0771-944A-9A82-77C702214F26}" type="doc">
      <dgm:prSet loTypeId="urn:microsoft.com/office/officeart/2005/8/layout/hProcess7" loCatId="" qsTypeId="urn:microsoft.com/office/officeart/2005/8/quickstyle/simple1" qsCatId="simple" csTypeId="urn:microsoft.com/office/officeart/2005/8/colors/accent1_2" csCatId="accent1" phldr="1"/>
      <dgm:spPr/>
      <dgm:t>
        <a:bodyPr/>
        <a:lstStyle/>
        <a:p>
          <a:endParaRPr lang="en-GB"/>
        </a:p>
      </dgm:t>
    </dgm:pt>
    <dgm:pt modelId="{882381DA-9706-1840-A6AC-F76D2E16F1B3}">
      <dgm:prSet phldrT="[Text]"/>
      <dgm:spPr/>
      <dgm:t>
        <a:bodyPr/>
        <a:lstStyle/>
        <a:p>
          <a:pPr>
            <a:buNone/>
          </a:pPr>
          <a:r>
            <a:rPr lang="en-SG" b="1" i="0" dirty="0">
              <a:solidFill>
                <a:srgbClr val="F1F5F9"/>
              </a:solidFill>
              <a:effectLst/>
              <a:latin typeface="Inter"/>
            </a:rPr>
            <a:t>Daily Pipeline</a:t>
          </a:r>
          <a:r>
            <a:rPr lang="en-SG" b="0" i="0" dirty="0">
              <a:solidFill>
                <a:srgbClr val="F1F5F9"/>
              </a:solidFill>
              <a:effectLst/>
              <a:latin typeface="Inter"/>
            </a:rPr>
            <a:t>🔄</a:t>
          </a:r>
          <a:endParaRPr lang="en-GB" dirty="0"/>
        </a:p>
      </dgm:t>
    </dgm:pt>
    <dgm:pt modelId="{173743F2-F2B8-044D-B27C-E8EEB195290E}" type="parTrans" cxnId="{3EC15BCC-535D-9E4F-82FA-3889E5EEE9B7}">
      <dgm:prSet/>
      <dgm:spPr/>
      <dgm:t>
        <a:bodyPr/>
        <a:lstStyle/>
        <a:p>
          <a:endParaRPr lang="en-GB"/>
        </a:p>
      </dgm:t>
    </dgm:pt>
    <dgm:pt modelId="{03C39C3D-036E-0A4B-8537-549A03F542DA}" type="sibTrans" cxnId="{3EC15BCC-535D-9E4F-82FA-3889E5EEE9B7}">
      <dgm:prSet/>
      <dgm:spPr/>
      <dgm:t>
        <a:bodyPr/>
        <a:lstStyle/>
        <a:p>
          <a:endParaRPr lang="en-GB"/>
        </a:p>
      </dgm:t>
    </dgm:pt>
    <dgm:pt modelId="{6799B1DA-B07C-9F4B-8A84-98F1D8311AD3}">
      <dgm:prSet phldrT="[Text]"/>
      <dgm:spPr/>
      <dgm:t>
        <a:bodyPr/>
        <a:lstStyle/>
        <a:p>
          <a:pPr>
            <a:buFont typeface="Arial" panose="020B0604020202020204" pitchFamily="34" charset="0"/>
            <a:buChar char="•"/>
          </a:pPr>
          <a:r>
            <a:rPr lang="en-SG" b="0" i="0" dirty="0">
              <a:solidFill>
                <a:srgbClr val="94A3B8"/>
              </a:solidFill>
              <a:effectLst/>
              <a:latin typeface="Inter"/>
            </a:rPr>
            <a:t>End-to-end automation</a:t>
          </a:r>
          <a:endParaRPr lang="en-GB" dirty="0"/>
        </a:p>
      </dgm:t>
    </dgm:pt>
    <dgm:pt modelId="{946B7014-89E1-4349-A088-B556AA4CD284}" type="parTrans" cxnId="{0CB16BC4-454A-D542-9452-5D9E9F6B1B36}">
      <dgm:prSet/>
      <dgm:spPr/>
      <dgm:t>
        <a:bodyPr/>
        <a:lstStyle/>
        <a:p>
          <a:endParaRPr lang="en-GB"/>
        </a:p>
      </dgm:t>
    </dgm:pt>
    <dgm:pt modelId="{F056AD3B-012B-0141-9C92-7E1F702B6286}" type="sibTrans" cxnId="{0CB16BC4-454A-D542-9452-5D9E9F6B1B36}">
      <dgm:prSet/>
      <dgm:spPr/>
      <dgm:t>
        <a:bodyPr/>
        <a:lstStyle/>
        <a:p>
          <a:endParaRPr lang="en-GB"/>
        </a:p>
      </dgm:t>
    </dgm:pt>
    <dgm:pt modelId="{C7C7752A-44E8-EC4B-8023-2CEE9D9A75C0}">
      <dgm:prSet phldrT="[Text]"/>
      <dgm:spPr/>
      <dgm:t>
        <a:bodyPr/>
        <a:lstStyle/>
        <a:p>
          <a:pPr>
            <a:buNone/>
          </a:pPr>
          <a:r>
            <a:rPr lang="en-SG" b="1" i="0" dirty="0">
              <a:solidFill>
                <a:srgbClr val="F1F5F9"/>
              </a:solidFill>
              <a:effectLst/>
              <a:latin typeface="Inter"/>
            </a:rPr>
            <a:t>Batch Scheduler</a:t>
          </a:r>
          <a:r>
            <a:rPr lang="en-SG" b="0" i="0" dirty="0">
              <a:solidFill>
                <a:srgbClr val="F1F5F9"/>
              </a:solidFill>
              <a:effectLst/>
              <a:latin typeface="Inter"/>
            </a:rPr>
            <a:t>📅</a:t>
          </a:r>
          <a:endParaRPr lang="en-GB" dirty="0"/>
        </a:p>
      </dgm:t>
    </dgm:pt>
    <dgm:pt modelId="{E60B5E25-0A7E-D041-9E87-C26BE93F7B04}" type="parTrans" cxnId="{137F17EF-BDF1-D049-9752-42F9F39A51F7}">
      <dgm:prSet/>
      <dgm:spPr/>
      <dgm:t>
        <a:bodyPr/>
        <a:lstStyle/>
        <a:p>
          <a:endParaRPr lang="en-GB"/>
        </a:p>
      </dgm:t>
    </dgm:pt>
    <dgm:pt modelId="{486497C4-0AD7-E843-A074-FFAE2426613A}" type="sibTrans" cxnId="{137F17EF-BDF1-D049-9752-42F9F39A51F7}">
      <dgm:prSet/>
      <dgm:spPr/>
      <dgm:t>
        <a:bodyPr/>
        <a:lstStyle/>
        <a:p>
          <a:endParaRPr lang="en-GB"/>
        </a:p>
      </dgm:t>
    </dgm:pt>
    <dgm:pt modelId="{5C6E789B-1A98-1247-AFA3-908C57F72696}">
      <dgm:prSet phldrT="[Text]"/>
      <dgm:spPr/>
      <dgm:t>
        <a:bodyPr/>
        <a:lstStyle/>
        <a:p>
          <a:pPr>
            <a:buFont typeface="Arial" panose="020B0604020202020204" pitchFamily="34" charset="0"/>
            <a:buChar char="•"/>
          </a:pPr>
          <a:r>
            <a:rPr lang="en-SG" b="0" i="0" dirty="0">
              <a:solidFill>
                <a:srgbClr val="94A3B8"/>
              </a:solidFill>
              <a:effectLst/>
              <a:latin typeface="Inter"/>
            </a:rPr>
            <a:t>Day-by-day historical training</a:t>
          </a:r>
          <a:endParaRPr lang="en-GB" dirty="0"/>
        </a:p>
      </dgm:t>
    </dgm:pt>
    <dgm:pt modelId="{EBA85177-5F66-1B42-A0B2-C02DE85E24BC}" type="parTrans" cxnId="{8FD1E51B-F929-EB40-AB28-6DD250D5821C}">
      <dgm:prSet/>
      <dgm:spPr/>
      <dgm:t>
        <a:bodyPr/>
        <a:lstStyle/>
        <a:p>
          <a:endParaRPr lang="en-GB"/>
        </a:p>
      </dgm:t>
    </dgm:pt>
    <dgm:pt modelId="{5BF34B1C-142C-BE43-AF96-71288B299214}" type="sibTrans" cxnId="{8FD1E51B-F929-EB40-AB28-6DD250D5821C}">
      <dgm:prSet/>
      <dgm:spPr/>
      <dgm:t>
        <a:bodyPr/>
        <a:lstStyle/>
        <a:p>
          <a:endParaRPr lang="en-GB"/>
        </a:p>
      </dgm:t>
    </dgm:pt>
    <dgm:pt modelId="{D7C01839-E013-F849-812F-1D5F77479698}">
      <dgm:prSet phldrT="[Text]"/>
      <dgm:spPr/>
      <dgm:t>
        <a:bodyPr/>
        <a:lstStyle/>
        <a:p>
          <a:pPr>
            <a:buNone/>
          </a:pPr>
          <a:r>
            <a:rPr lang="en-SG" b="1" i="0" dirty="0">
              <a:solidFill>
                <a:srgbClr val="F1F5F9"/>
              </a:solidFill>
              <a:effectLst/>
              <a:latin typeface="Inter"/>
            </a:rPr>
            <a:t>History &amp; Reporting</a:t>
          </a:r>
          <a:r>
            <a:rPr lang="en-SG" b="0" i="0" dirty="0">
              <a:solidFill>
                <a:srgbClr val="F1F5F9"/>
              </a:solidFill>
              <a:effectLst/>
              <a:latin typeface="Inter"/>
            </a:rPr>
            <a:t>📊</a:t>
          </a:r>
          <a:endParaRPr lang="en-GB" dirty="0"/>
        </a:p>
      </dgm:t>
    </dgm:pt>
    <dgm:pt modelId="{32CE7C71-1465-0549-A561-2F40DB2FA2B8}" type="parTrans" cxnId="{D3021046-35B1-864A-9A6E-DD1C86C89831}">
      <dgm:prSet/>
      <dgm:spPr/>
      <dgm:t>
        <a:bodyPr/>
        <a:lstStyle/>
        <a:p>
          <a:endParaRPr lang="en-GB"/>
        </a:p>
      </dgm:t>
    </dgm:pt>
    <dgm:pt modelId="{08A2470A-831D-8A49-845B-A519712FF67F}" type="sibTrans" cxnId="{D3021046-35B1-864A-9A6E-DD1C86C89831}">
      <dgm:prSet/>
      <dgm:spPr/>
      <dgm:t>
        <a:bodyPr/>
        <a:lstStyle/>
        <a:p>
          <a:endParaRPr lang="en-GB"/>
        </a:p>
      </dgm:t>
    </dgm:pt>
    <dgm:pt modelId="{FE8E5CCE-4019-1844-A990-FB8DACA31D4F}">
      <dgm:prSet phldrT="[Text]"/>
      <dgm:spPr/>
      <dgm:t>
        <a:bodyPr/>
        <a:lstStyle/>
        <a:p>
          <a:pPr>
            <a:buFont typeface="Arial" panose="020B0604020202020204" pitchFamily="34" charset="0"/>
            <a:buChar char="•"/>
          </a:pPr>
          <a:r>
            <a:rPr lang="en-SG" b="0" i="0" dirty="0">
              <a:solidFill>
                <a:srgbClr val="94A3B8"/>
              </a:solidFill>
              <a:effectLst/>
              <a:latin typeface="Inter"/>
            </a:rPr>
            <a:t>Training metrics tracking</a:t>
          </a:r>
          <a:endParaRPr lang="en-GB" dirty="0"/>
        </a:p>
      </dgm:t>
    </dgm:pt>
    <dgm:pt modelId="{DFC01AF3-C030-DC4C-AE9E-8D1AF74A49C8}" type="parTrans" cxnId="{4E2E6538-4FB8-F346-ADC3-714C53B5BC8D}">
      <dgm:prSet/>
      <dgm:spPr/>
      <dgm:t>
        <a:bodyPr/>
        <a:lstStyle/>
        <a:p>
          <a:endParaRPr lang="en-GB"/>
        </a:p>
      </dgm:t>
    </dgm:pt>
    <dgm:pt modelId="{856B306E-B469-B649-AAF2-465942818E06}" type="sibTrans" cxnId="{4E2E6538-4FB8-F346-ADC3-714C53B5BC8D}">
      <dgm:prSet/>
      <dgm:spPr/>
      <dgm:t>
        <a:bodyPr/>
        <a:lstStyle/>
        <a:p>
          <a:endParaRPr lang="en-GB"/>
        </a:p>
      </dgm:t>
    </dgm:pt>
    <dgm:pt modelId="{4FEFA537-22FF-0E43-9410-1A5973D08A54}">
      <dgm:prSet/>
      <dgm:spPr/>
      <dgm:t>
        <a:bodyPr/>
        <a:lstStyle/>
        <a:p>
          <a:r>
            <a:rPr lang="en-SG" b="0" i="0">
              <a:solidFill>
                <a:srgbClr val="94A3B8"/>
              </a:solidFill>
              <a:effectLst/>
              <a:latin typeface="Inter"/>
            </a:rPr>
            <a:t>Failure auto-retry</a:t>
          </a:r>
          <a:endParaRPr lang="en-SG" b="0" i="0" dirty="0">
            <a:solidFill>
              <a:srgbClr val="94A3B8"/>
            </a:solidFill>
            <a:effectLst/>
            <a:latin typeface="Inter"/>
          </a:endParaRPr>
        </a:p>
      </dgm:t>
    </dgm:pt>
    <dgm:pt modelId="{DA1A81DC-6A62-A247-AA93-C534E475B2EA}" type="parTrans" cxnId="{A54F6593-59C5-9C49-BA38-0C432ACD8441}">
      <dgm:prSet/>
      <dgm:spPr/>
      <dgm:t>
        <a:bodyPr/>
        <a:lstStyle/>
        <a:p>
          <a:endParaRPr lang="en-GB"/>
        </a:p>
      </dgm:t>
    </dgm:pt>
    <dgm:pt modelId="{299D69E7-CBFA-FE46-B209-AE924BC83AE0}" type="sibTrans" cxnId="{A54F6593-59C5-9C49-BA38-0C432ACD8441}">
      <dgm:prSet/>
      <dgm:spPr/>
      <dgm:t>
        <a:bodyPr/>
        <a:lstStyle/>
        <a:p>
          <a:endParaRPr lang="en-GB"/>
        </a:p>
      </dgm:t>
    </dgm:pt>
    <dgm:pt modelId="{592AC9F2-98DD-5E49-9B48-831A73F8CC09}">
      <dgm:prSet/>
      <dgm:spPr/>
      <dgm:t>
        <a:bodyPr/>
        <a:lstStyle/>
        <a:p>
          <a:r>
            <a:rPr lang="en-SG" b="0" i="0">
              <a:solidFill>
                <a:srgbClr val="94A3B8"/>
              </a:solidFill>
              <a:effectLst/>
              <a:latin typeface="Inter"/>
            </a:rPr>
            <a:t>HTML report generation</a:t>
          </a:r>
          <a:endParaRPr lang="en-SG" b="0" i="0" dirty="0">
            <a:solidFill>
              <a:srgbClr val="94A3B8"/>
            </a:solidFill>
            <a:effectLst/>
            <a:latin typeface="Inter"/>
          </a:endParaRPr>
        </a:p>
      </dgm:t>
    </dgm:pt>
    <dgm:pt modelId="{810FEB52-5BA7-294E-AC28-9A6AABCBD622}" type="parTrans" cxnId="{3363B5C3-3C9A-D943-B835-5C7B97C3BBEC}">
      <dgm:prSet/>
      <dgm:spPr/>
      <dgm:t>
        <a:bodyPr/>
        <a:lstStyle/>
        <a:p>
          <a:endParaRPr lang="en-GB"/>
        </a:p>
      </dgm:t>
    </dgm:pt>
    <dgm:pt modelId="{5A78092F-F026-F049-8756-E7B1E9449CB3}" type="sibTrans" cxnId="{3363B5C3-3C9A-D943-B835-5C7B97C3BBEC}">
      <dgm:prSet/>
      <dgm:spPr/>
      <dgm:t>
        <a:bodyPr/>
        <a:lstStyle/>
        <a:p>
          <a:endParaRPr lang="en-GB"/>
        </a:p>
      </dgm:t>
    </dgm:pt>
    <dgm:pt modelId="{D451ABD3-C7F1-5D4D-B982-28695637EA50}">
      <dgm:prSet/>
      <dgm:spPr/>
      <dgm:t>
        <a:bodyPr/>
        <a:lstStyle/>
        <a:p>
          <a:r>
            <a:rPr lang="en-SG" b="0" i="0" dirty="0">
              <a:solidFill>
                <a:srgbClr val="94A3B8"/>
              </a:solidFill>
              <a:effectLst/>
              <a:latin typeface="Inter"/>
            </a:rPr>
            <a:t>Gmail email notifications</a:t>
          </a:r>
        </a:p>
      </dgm:t>
    </dgm:pt>
    <dgm:pt modelId="{589F0D03-89FC-AC43-BC1C-1A6903682CF5}" type="parTrans" cxnId="{B0573806-EC3A-EA49-B57A-A24606939FEE}">
      <dgm:prSet/>
      <dgm:spPr/>
      <dgm:t>
        <a:bodyPr/>
        <a:lstStyle/>
        <a:p>
          <a:endParaRPr lang="en-GB"/>
        </a:p>
      </dgm:t>
    </dgm:pt>
    <dgm:pt modelId="{40CF0B42-270C-8F41-B236-3E4FC402BA83}" type="sibTrans" cxnId="{B0573806-EC3A-EA49-B57A-A24606939FEE}">
      <dgm:prSet/>
      <dgm:spPr/>
      <dgm:t>
        <a:bodyPr/>
        <a:lstStyle/>
        <a:p>
          <a:endParaRPr lang="en-GB"/>
        </a:p>
      </dgm:t>
    </dgm:pt>
    <dgm:pt modelId="{B5440D3B-8803-8146-AB73-6471E7A5AE2A}">
      <dgm:prSet/>
      <dgm:spPr/>
      <dgm:t>
        <a:bodyPr/>
        <a:lstStyle/>
        <a:p>
          <a:r>
            <a:rPr lang="en-SG" b="0" i="0">
              <a:solidFill>
                <a:srgbClr val="94A3B8"/>
              </a:solidFill>
              <a:effectLst/>
              <a:latin typeface="Inter"/>
            </a:rPr>
            <a:t>S3 data readiness detection</a:t>
          </a:r>
          <a:endParaRPr lang="en-SG" b="0" i="0" dirty="0">
            <a:solidFill>
              <a:srgbClr val="94A3B8"/>
            </a:solidFill>
            <a:effectLst/>
            <a:latin typeface="Inter"/>
          </a:endParaRPr>
        </a:p>
      </dgm:t>
    </dgm:pt>
    <dgm:pt modelId="{87E8698A-9EE5-1A43-863E-6D2BF300C72A}" type="parTrans" cxnId="{F7DA5245-CE5C-AB40-88D3-B6D94FA0ABD9}">
      <dgm:prSet/>
      <dgm:spPr/>
      <dgm:t>
        <a:bodyPr/>
        <a:lstStyle/>
        <a:p>
          <a:endParaRPr lang="en-GB"/>
        </a:p>
      </dgm:t>
    </dgm:pt>
    <dgm:pt modelId="{B1326A59-7FC4-C941-852C-256CFCB981BF}" type="sibTrans" cxnId="{F7DA5245-CE5C-AB40-88D3-B6D94FA0ABD9}">
      <dgm:prSet/>
      <dgm:spPr/>
      <dgm:t>
        <a:bodyPr/>
        <a:lstStyle/>
        <a:p>
          <a:endParaRPr lang="en-GB"/>
        </a:p>
      </dgm:t>
    </dgm:pt>
    <dgm:pt modelId="{4657F803-0ED6-094F-A4E2-59F1F4ECDB70}">
      <dgm:prSet/>
      <dgm:spPr/>
      <dgm:t>
        <a:bodyPr/>
        <a:lstStyle/>
        <a:p>
          <a:r>
            <a:rPr lang="en-SG" b="0" i="0">
              <a:solidFill>
                <a:srgbClr val="94A3B8"/>
              </a:solidFill>
              <a:effectLst/>
              <a:latin typeface="Inter"/>
            </a:rPr>
            <a:t>Train → Cleanup → Archive</a:t>
          </a:r>
          <a:endParaRPr lang="en-SG" b="0" i="0" dirty="0">
            <a:solidFill>
              <a:srgbClr val="94A3B8"/>
            </a:solidFill>
            <a:effectLst/>
            <a:latin typeface="Inter"/>
          </a:endParaRPr>
        </a:p>
      </dgm:t>
    </dgm:pt>
    <dgm:pt modelId="{0E8FE80A-16A5-ED4E-AD8B-C3B845C577B2}" type="parTrans" cxnId="{CAE21442-390F-AD46-A299-E09964F53369}">
      <dgm:prSet/>
      <dgm:spPr/>
      <dgm:t>
        <a:bodyPr/>
        <a:lstStyle/>
        <a:p>
          <a:endParaRPr lang="en-GB"/>
        </a:p>
      </dgm:t>
    </dgm:pt>
    <dgm:pt modelId="{946A0A79-ECEE-C649-ADF8-146DE4EA8361}" type="sibTrans" cxnId="{CAE21442-390F-AD46-A299-E09964F53369}">
      <dgm:prSet/>
      <dgm:spPr/>
      <dgm:t>
        <a:bodyPr/>
        <a:lstStyle/>
        <a:p>
          <a:endParaRPr lang="en-GB"/>
        </a:p>
      </dgm:t>
    </dgm:pt>
    <dgm:pt modelId="{48B097B4-F442-2F4C-9BEE-E74A6D6A7D85}">
      <dgm:prSet/>
      <dgm:spPr/>
      <dgm:t>
        <a:bodyPr/>
        <a:lstStyle/>
        <a:p>
          <a:r>
            <a:rPr lang="en-SG" b="0" i="0" dirty="0">
              <a:solidFill>
                <a:srgbClr val="94A3B8"/>
              </a:solidFill>
              <a:effectLst/>
              <a:latin typeface="Inter"/>
            </a:rPr>
            <a:t>Real-time dashboard sync</a:t>
          </a:r>
        </a:p>
      </dgm:t>
    </dgm:pt>
    <dgm:pt modelId="{098AA3A9-F179-2745-A3C3-C54A8ADA3BFE}" type="parTrans" cxnId="{ED810CD2-C5AF-4C4F-BB57-0959922EAA23}">
      <dgm:prSet/>
      <dgm:spPr/>
      <dgm:t>
        <a:bodyPr/>
        <a:lstStyle/>
        <a:p>
          <a:endParaRPr lang="en-GB"/>
        </a:p>
      </dgm:t>
    </dgm:pt>
    <dgm:pt modelId="{2A7FDE18-CA26-8E43-AD93-E0780784B691}" type="sibTrans" cxnId="{ED810CD2-C5AF-4C4F-BB57-0959922EAA23}">
      <dgm:prSet/>
      <dgm:spPr/>
      <dgm:t>
        <a:bodyPr/>
        <a:lstStyle/>
        <a:p>
          <a:endParaRPr lang="en-GB"/>
        </a:p>
      </dgm:t>
    </dgm:pt>
    <dgm:pt modelId="{4B706388-B758-4548-ABE7-924B9B773FFF}">
      <dgm:prSet/>
      <dgm:spPr/>
      <dgm:t>
        <a:bodyPr/>
        <a:lstStyle/>
        <a:p>
          <a:pPr>
            <a:buFont typeface="Arial" panose="020B0604020202020204" pitchFamily="34" charset="0"/>
            <a:buChar char="•"/>
          </a:pPr>
          <a:r>
            <a:rPr lang="en-SG" b="0" i="0" dirty="0">
              <a:solidFill>
                <a:srgbClr val="94A3B8"/>
              </a:solidFill>
              <a:effectLst/>
              <a:latin typeface="Inter"/>
            </a:rPr>
            <a:t>Performance trend analysis</a:t>
          </a:r>
        </a:p>
      </dgm:t>
    </dgm:pt>
    <dgm:pt modelId="{BFF2807D-59D1-B643-892E-CC25601B3B31}" type="parTrans" cxnId="{EEACC4C0-1132-3E43-9634-9828C0E2EC06}">
      <dgm:prSet/>
      <dgm:spPr/>
      <dgm:t>
        <a:bodyPr/>
        <a:lstStyle/>
        <a:p>
          <a:endParaRPr lang="en-GB"/>
        </a:p>
      </dgm:t>
    </dgm:pt>
    <dgm:pt modelId="{6D3933C7-0A1D-8D42-B8EF-7D4EA91BE2C1}" type="sibTrans" cxnId="{EEACC4C0-1132-3E43-9634-9828C0E2EC06}">
      <dgm:prSet/>
      <dgm:spPr/>
      <dgm:t>
        <a:bodyPr/>
        <a:lstStyle/>
        <a:p>
          <a:endParaRPr lang="en-GB"/>
        </a:p>
      </dgm:t>
    </dgm:pt>
    <dgm:pt modelId="{B1F93EB1-DE0B-F649-BD8C-07064CB7CF01}">
      <dgm:prSet/>
      <dgm:spPr/>
      <dgm:t>
        <a:bodyPr/>
        <a:lstStyle/>
        <a:p>
          <a:pPr>
            <a:buFont typeface="Arial" panose="020B0604020202020204" pitchFamily="34" charset="0"/>
            <a:buChar char="•"/>
          </a:pPr>
          <a:r>
            <a:rPr lang="en-SG" b="0" i="0" dirty="0">
              <a:solidFill>
                <a:srgbClr val="94A3B8"/>
              </a:solidFill>
              <a:effectLst/>
              <a:latin typeface="Inter"/>
            </a:rPr>
            <a:t>S3 checkpoint persistence</a:t>
          </a:r>
        </a:p>
      </dgm:t>
    </dgm:pt>
    <dgm:pt modelId="{E1AAD04E-FC33-3B46-BF90-50C870CAF28C}" type="parTrans" cxnId="{A04E316B-EC2D-F14E-A21B-06E0177CAC75}">
      <dgm:prSet/>
      <dgm:spPr/>
      <dgm:t>
        <a:bodyPr/>
        <a:lstStyle/>
        <a:p>
          <a:endParaRPr lang="en-GB"/>
        </a:p>
      </dgm:t>
    </dgm:pt>
    <dgm:pt modelId="{1E8874C5-58B7-A347-9E8E-C74CFA96C6A7}" type="sibTrans" cxnId="{A04E316B-EC2D-F14E-A21B-06E0177CAC75}">
      <dgm:prSet/>
      <dgm:spPr/>
      <dgm:t>
        <a:bodyPr/>
        <a:lstStyle/>
        <a:p>
          <a:endParaRPr lang="en-GB"/>
        </a:p>
      </dgm:t>
    </dgm:pt>
    <dgm:pt modelId="{327C9156-97CB-E740-B591-4E8D5FF7447E}">
      <dgm:prSet/>
      <dgm:spPr/>
      <dgm:t>
        <a:bodyPr/>
        <a:lstStyle/>
        <a:p>
          <a:pPr>
            <a:buFont typeface="Arial" panose="020B0604020202020204" pitchFamily="34" charset="0"/>
            <a:buChar char="•"/>
          </a:pPr>
          <a:r>
            <a:rPr lang="en-SG" b="0" i="0" dirty="0">
              <a:solidFill>
                <a:srgbClr val="94A3B8"/>
              </a:solidFill>
              <a:effectLst/>
              <a:latin typeface="Inter"/>
            </a:rPr>
            <a:t>Rolling window training</a:t>
          </a:r>
          <a:endParaRPr lang="en-US" dirty="0"/>
        </a:p>
      </dgm:t>
    </dgm:pt>
    <dgm:pt modelId="{B38A3331-E5D9-EC4F-9934-D6CBEE392874}" type="parTrans" cxnId="{4D414F49-6F54-C14A-8DFF-BDADFC392EBE}">
      <dgm:prSet/>
      <dgm:spPr/>
      <dgm:t>
        <a:bodyPr/>
        <a:lstStyle/>
        <a:p>
          <a:endParaRPr lang="en-GB"/>
        </a:p>
      </dgm:t>
    </dgm:pt>
    <dgm:pt modelId="{88E51B9D-0544-9947-B53C-FBBFAE3710D2}" type="sibTrans" cxnId="{4D414F49-6F54-C14A-8DFF-BDADFC392EBE}">
      <dgm:prSet/>
      <dgm:spPr/>
      <dgm:t>
        <a:bodyPr/>
        <a:lstStyle/>
        <a:p>
          <a:endParaRPr lang="en-GB"/>
        </a:p>
      </dgm:t>
    </dgm:pt>
    <dgm:pt modelId="{6D6DAE08-2D7E-CF4A-8C77-F35FD122A666}" type="pres">
      <dgm:prSet presAssocID="{4EF7D251-0771-944A-9A82-77C702214F26}" presName="Name0" presStyleCnt="0">
        <dgm:presLayoutVars>
          <dgm:dir/>
          <dgm:animLvl val="lvl"/>
          <dgm:resizeHandles val="exact"/>
        </dgm:presLayoutVars>
      </dgm:prSet>
      <dgm:spPr/>
    </dgm:pt>
    <dgm:pt modelId="{C04617F5-67D3-074C-8247-B12FA0910F52}" type="pres">
      <dgm:prSet presAssocID="{882381DA-9706-1840-A6AC-F76D2E16F1B3}" presName="compositeNode" presStyleCnt="0">
        <dgm:presLayoutVars>
          <dgm:bulletEnabled val="1"/>
        </dgm:presLayoutVars>
      </dgm:prSet>
      <dgm:spPr/>
    </dgm:pt>
    <dgm:pt modelId="{12BFEE74-8F5B-4E40-AED6-28FB655F32B0}" type="pres">
      <dgm:prSet presAssocID="{882381DA-9706-1840-A6AC-F76D2E16F1B3}" presName="bgRect" presStyleLbl="node1" presStyleIdx="0" presStyleCnt="3"/>
      <dgm:spPr/>
    </dgm:pt>
    <dgm:pt modelId="{FF4DA2EE-3994-F844-8381-5AF0101DC772}" type="pres">
      <dgm:prSet presAssocID="{882381DA-9706-1840-A6AC-F76D2E16F1B3}" presName="parentNode" presStyleLbl="node1" presStyleIdx="0" presStyleCnt="3">
        <dgm:presLayoutVars>
          <dgm:chMax val="0"/>
          <dgm:bulletEnabled val="1"/>
        </dgm:presLayoutVars>
      </dgm:prSet>
      <dgm:spPr/>
    </dgm:pt>
    <dgm:pt modelId="{7874358D-4C70-484A-B54E-7B3954F2B60B}" type="pres">
      <dgm:prSet presAssocID="{882381DA-9706-1840-A6AC-F76D2E16F1B3}" presName="childNode" presStyleLbl="node1" presStyleIdx="0" presStyleCnt="3">
        <dgm:presLayoutVars>
          <dgm:bulletEnabled val="1"/>
        </dgm:presLayoutVars>
      </dgm:prSet>
      <dgm:spPr/>
    </dgm:pt>
    <dgm:pt modelId="{8C9A83B1-3742-CA49-936E-BBB136617F0B}" type="pres">
      <dgm:prSet presAssocID="{03C39C3D-036E-0A4B-8537-549A03F542DA}" presName="hSp" presStyleCnt="0"/>
      <dgm:spPr/>
    </dgm:pt>
    <dgm:pt modelId="{9329C0F8-4B3E-8645-BE5E-86075FB5DE05}" type="pres">
      <dgm:prSet presAssocID="{03C39C3D-036E-0A4B-8537-549A03F542DA}" presName="vProcSp" presStyleCnt="0"/>
      <dgm:spPr/>
    </dgm:pt>
    <dgm:pt modelId="{33615967-CE0C-344D-BBAF-D4CA276C0E33}" type="pres">
      <dgm:prSet presAssocID="{03C39C3D-036E-0A4B-8537-549A03F542DA}" presName="vSp1" presStyleCnt="0"/>
      <dgm:spPr/>
    </dgm:pt>
    <dgm:pt modelId="{2AF07793-863F-E54E-B50C-E8062B862AAB}" type="pres">
      <dgm:prSet presAssocID="{03C39C3D-036E-0A4B-8537-549A03F542DA}" presName="simulatedConn" presStyleLbl="solidFgAcc1" presStyleIdx="0" presStyleCnt="2"/>
      <dgm:spPr/>
    </dgm:pt>
    <dgm:pt modelId="{9447BEA8-FA53-7B45-8855-6DCF4B779FC7}" type="pres">
      <dgm:prSet presAssocID="{03C39C3D-036E-0A4B-8537-549A03F542DA}" presName="vSp2" presStyleCnt="0"/>
      <dgm:spPr/>
    </dgm:pt>
    <dgm:pt modelId="{E98748CE-8A7A-AF44-9383-FE3D16608EFE}" type="pres">
      <dgm:prSet presAssocID="{03C39C3D-036E-0A4B-8537-549A03F542DA}" presName="sibTrans" presStyleCnt="0"/>
      <dgm:spPr/>
    </dgm:pt>
    <dgm:pt modelId="{F2CD9F02-8B2B-2149-B4D1-B7A9F735CB26}" type="pres">
      <dgm:prSet presAssocID="{C7C7752A-44E8-EC4B-8023-2CEE9D9A75C0}" presName="compositeNode" presStyleCnt="0">
        <dgm:presLayoutVars>
          <dgm:bulletEnabled val="1"/>
        </dgm:presLayoutVars>
      </dgm:prSet>
      <dgm:spPr/>
    </dgm:pt>
    <dgm:pt modelId="{E1E6FA81-1322-7F4F-B5AC-F726A144D1AB}" type="pres">
      <dgm:prSet presAssocID="{C7C7752A-44E8-EC4B-8023-2CEE9D9A75C0}" presName="bgRect" presStyleLbl="node1" presStyleIdx="1" presStyleCnt="3"/>
      <dgm:spPr/>
    </dgm:pt>
    <dgm:pt modelId="{9D987EBB-9E9F-A246-B4C3-5230B9EE0ED9}" type="pres">
      <dgm:prSet presAssocID="{C7C7752A-44E8-EC4B-8023-2CEE9D9A75C0}" presName="parentNode" presStyleLbl="node1" presStyleIdx="1" presStyleCnt="3">
        <dgm:presLayoutVars>
          <dgm:chMax val="0"/>
          <dgm:bulletEnabled val="1"/>
        </dgm:presLayoutVars>
      </dgm:prSet>
      <dgm:spPr/>
    </dgm:pt>
    <dgm:pt modelId="{24E74EB1-FAD2-7043-8E4E-EA933BC65496}" type="pres">
      <dgm:prSet presAssocID="{C7C7752A-44E8-EC4B-8023-2CEE9D9A75C0}" presName="childNode" presStyleLbl="node1" presStyleIdx="1" presStyleCnt="3">
        <dgm:presLayoutVars>
          <dgm:bulletEnabled val="1"/>
        </dgm:presLayoutVars>
      </dgm:prSet>
      <dgm:spPr/>
    </dgm:pt>
    <dgm:pt modelId="{C1CDE44B-179C-B041-A434-374E4EC31F60}" type="pres">
      <dgm:prSet presAssocID="{486497C4-0AD7-E843-A074-FFAE2426613A}" presName="hSp" presStyleCnt="0"/>
      <dgm:spPr/>
    </dgm:pt>
    <dgm:pt modelId="{6C205784-2831-3D48-9113-76C5480E7526}" type="pres">
      <dgm:prSet presAssocID="{486497C4-0AD7-E843-A074-FFAE2426613A}" presName="vProcSp" presStyleCnt="0"/>
      <dgm:spPr/>
    </dgm:pt>
    <dgm:pt modelId="{B4E4C3C2-8BAC-4043-AF16-CC4279CF402A}" type="pres">
      <dgm:prSet presAssocID="{486497C4-0AD7-E843-A074-FFAE2426613A}" presName="vSp1" presStyleCnt="0"/>
      <dgm:spPr/>
    </dgm:pt>
    <dgm:pt modelId="{5E24585B-04F9-9C43-B0BC-6F61B9B1ADE5}" type="pres">
      <dgm:prSet presAssocID="{486497C4-0AD7-E843-A074-FFAE2426613A}" presName="simulatedConn" presStyleLbl="solidFgAcc1" presStyleIdx="1" presStyleCnt="2"/>
      <dgm:spPr/>
    </dgm:pt>
    <dgm:pt modelId="{66138974-5A8E-394E-833B-DBA5474563C3}" type="pres">
      <dgm:prSet presAssocID="{486497C4-0AD7-E843-A074-FFAE2426613A}" presName="vSp2" presStyleCnt="0"/>
      <dgm:spPr/>
    </dgm:pt>
    <dgm:pt modelId="{2941C142-F9DF-B141-85BD-892FDF14D9F6}" type="pres">
      <dgm:prSet presAssocID="{486497C4-0AD7-E843-A074-FFAE2426613A}" presName="sibTrans" presStyleCnt="0"/>
      <dgm:spPr/>
    </dgm:pt>
    <dgm:pt modelId="{E97BB06C-BB01-804A-A7DB-7424B1E62381}" type="pres">
      <dgm:prSet presAssocID="{D7C01839-E013-F849-812F-1D5F77479698}" presName="compositeNode" presStyleCnt="0">
        <dgm:presLayoutVars>
          <dgm:bulletEnabled val="1"/>
        </dgm:presLayoutVars>
      </dgm:prSet>
      <dgm:spPr/>
    </dgm:pt>
    <dgm:pt modelId="{23EF8E00-5432-714C-86C1-D00435E683EE}" type="pres">
      <dgm:prSet presAssocID="{D7C01839-E013-F849-812F-1D5F77479698}" presName="bgRect" presStyleLbl="node1" presStyleIdx="2" presStyleCnt="3"/>
      <dgm:spPr/>
    </dgm:pt>
    <dgm:pt modelId="{F4AD06F7-8025-3D4C-B514-8D861C91B65B}" type="pres">
      <dgm:prSet presAssocID="{D7C01839-E013-F849-812F-1D5F77479698}" presName="parentNode" presStyleLbl="node1" presStyleIdx="2" presStyleCnt="3">
        <dgm:presLayoutVars>
          <dgm:chMax val="0"/>
          <dgm:bulletEnabled val="1"/>
        </dgm:presLayoutVars>
      </dgm:prSet>
      <dgm:spPr/>
    </dgm:pt>
    <dgm:pt modelId="{7A9A5637-D25F-B046-9F36-8585A43079F4}" type="pres">
      <dgm:prSet presAssocID="{D7C01839-E013-F849-812F-1D5F77479698}" presName="childNode" presStyleLbl="node1" presStyleIdx="2" presStyleCnt="3">
        <dgm:presLayoutVars>
          <dgm:bulletEnabled val="1"/>
        </dgm:presLayoutVars>
      </dgm:prSet>
      <dgm:spPr/>
    </dgm:pt>
  </dgm:ptLst>
  <dgm:cxnLst>
    <dgm:cxn modelId="{B0573806-EC3A-EA49-B57A-A24606939FEE}" srcId="{882381DA-9706-1840-A6AC-F76D2E16F1B3}" destId="{D451ABD3-C7F1-5D4D-B982-28695637EA50}" srcOrd="3" destOrd="0" parTransId="{589F0D03-89FC-AC43-BC1C-1A6903682CF5}" sibTransId="{40CF0B42-270C-8F41-B236-3E4FC402BA83}"/>
    <dgm:cxn modelId="{DA1FBD06-42D6-2D44-B42F-4EC09B406D2B}" type="presOf" srcId="{D451ABD3-C7F1-5D4D-B982-28695637EA50}" destId="{7874358D-4C70-484A-B54E-7B3954F2B60B}" srcOrd="0" destOrd="3" presId="urn:microsoft.com/office/officeart/2005/8/layout/hProcess7"/>
    <dgm:cxn modelId="{42B5FB0F-668D-6B41-97E5-681C5E29D519}" type="presOf" srcId="{6799B1DA-B07C-9F4B-8A84-98F1D8311AD3}" destId="{7874358D-4C70-484A-B54E-7B3954F2B60B}" srcOrd="0" destOrd="0" presId="urn:microsoft.com/office/officeart/2005/8/layout/hProcess7"/>
    <dgm:cxn modelId="{FA9E5817-4D81-E641-8FBB-23676CE31135}" type="presOf" srcId="{882381DA-9706-1840-A6AC-F76D2E16F1B3}" destId="{12BFEE74-8F5B-4E40-AED6-28FB655F32B0}" srcOrd="0" destOrd="0" presId="urn:microsoft.com/office/officeart/2005/8/layout/hProcess7"/>
    <dgm:cxn modelId="{8FD1E51B-F929-EB40-AB28-6DD250D5821C}" srcId="{C7C7752A-44E8-EC4B-8023-2CEE9D9A75C0}" destId="{5C6E789B-1A98-1247-AFA3-908C57F72696}" srcOrd="0" destOrd="0" parTransId="{EBA85177-5F66-1B42-A0B2-C02DE85E24BC}" sibTransId="{5BF34B1C-142C-BE43-AF96-71288B299214}"/>
    <dgm:cxn modelId="{649DB825-7511-A448-B7E2-3E0F64189D0D}" type="presOf" srcId="{327C9156-97CB-E740-B591-4E8D5FF7447E}" destId="{7A9A5637-D25F-B046-9F36-8585A43079F4}" srcOrd="0" destOrd="3" presId="urn:microsoft.com/office/officeart/2005/8/layout/hProcess7"/>
    <dgm:cxn modelId="{4E2E6538-4FB8-F346-ADC3-714C53B5BC8D}" srcId="{D7C01839-E013-F849-812F-1D5F77479698}" destId="{FE8E5CCE-4019-1844-A990-FB8DACA31D4F}" srcOrd="0" destOrd="0" parTransId="{DFC01AF3-C030-DC4C-AE9E-8D1AF74A49C8}" sibTransId="{856B306E-B469-B649-AAF2-465942818E06}"/>
    <dgm:cxn modelId="{CAE21442-390F-AD46-A299-E09964F53369}" srcId="{C7C7752A-44E8-EC4B-8023-2CEE9D9A75C0}" destId="{4657F803-0ED6-094F-A4E2-59F1F4ECDB70}" srcOrd="2" destOrd="0" parTransId="{0E8FE80A-16A5-ED4E-AD8B-C3B845C577B2}" sibTransId="{946A0A79-ECEE-C649-ADF8-146DE4EA8361}"/>
    <dgm:cxn modelId="{B841D443-5C12-214F-8E8D-6237F3EAC121}" type="presOf" srcId="{FE8E5CCE-4019-1844-A990-FB8DACA31D4F}" destId="{7A9A5637-D25F-B046-9F36-8585A43079F4}" srcOrd="0" destOrd="0" presId="urn:microsoft.com/office/officeart/2005/8/layout/hProcess7"/>
    <dgm:cxn modelId="{F7DA5245-CE5C-AB40-88D3-B6D94FA0ABD9}" srcId="{C7C7752A-44E8-EC4B-8023-2CEE9D9A75C0}" destId="{B5440D3B-8803-8146-AB73-6471E7A5AE2A}" srcOrd="1" destOrd="0" parTransId="{87E8698A-9EE5-1A43-863E-6D2BF300C72A}" sibTransId="{B1326A59-7FC4-C941-852C-256CFCB981BF}"/>
    <dgm:cxn modelId="{D3021046-35B1-864A-9A6E-DD1C86C89831}" srcId="{4EF7D251-0771-944A-9A82-77C702214F26}" destId="{D7C01839-E013-F849-812F-1D5F77479698}" srcOrd="2" destOrd="0" parTransId="{32CE7C71-1465-0549-A561-2F40DB2FA2B8}" sibTransId="{08A2470A-831D-8A49-845B-A519712FF67F}"/>
    <dgm:cxn modelId="{4D414F49-6F54-C14A-8DFF-BDADFC392EBE}" srcId="{D7C01839-E013-F849-812F-1D5F77479698}" destId="{327C9156-97CB-E740-B591-4E8D5FF7447E}" srcOrd="3" destOrd="0" parTransId="{B38A3331-E5D9-EC4F-9934-D6CBEE392874}" sibTransId="{88E51B9D-0544-9947-B53C-FBBFAE3710D2}"/>
    <dgm:cxn modelId="{CAC7D062-7257-9045-B301-6B57E0075329}" type="presOf" srcId="{4FEFA537-22FF-0E43-9410-1A5973D08A54}" destId="{7874358D-4C70-484A-B54E-7B3954F2B60B}" srcOrd="0" destOrd="1" presId="urn:microsoft.com/office/officeart/2005/8/layout/hProcess7"/>
    <dgm:cxn modelId="{4C271F68-1C6E-B848-8DCA-3DC5F4EEF401}" type="presOf" srcId="{C7C7752A-44E8-EC4B-8023-2CEE9D9A75C0}" destId="{E1E6FA81-1322-7F4F-B5AC-F726A144D1AB}" srcOrd="0" destOrd="0" presId="urn:microsoft.com/office/officeart/2005/8/layout/hProcess7"/>
    <dgm:cxn modelId="{A04E316B-EC2D-F14E-A21B-06E0177CAC75}" srcId="{D7C01839-E013-F849-812F-1D5F77479698}" destId="{B1F93EB1-DE0B-F649-BD8C-07064CB7CF01}" srcOrd="2" destOrd="0" parTransId="{E1AAD04E-FC33-3B46-BF90-50C870CAF28C}" sibTransId="{1E8874C5-58B7-A347-9E8E-C74CFA96C6A7}"/>
    <dgm:cxn modelId="{42F6EB81-A4DC-A144-AEFC-5850BA33D866}" type="presOf" srcId="{4B706388-B758-4548-ABE7-924B9B773FFF}" destId="{7A9A5637-D25F-B046-9F36-8585A43079F4}" srcOrd="0" destOrd="1" presId="urn:microsoft.com/office/officeart/2005/8/layout/hProcess7"/>
    <dgm:cxn modelId="{B31C288E-8D0D-BE4B-95FA-177242E3D3FC}" type="presOf" srcId="{48B097B4-F442-2F4C-9BEE-E74A6D6A7D85}" destId="{24E74EB1-FAD2-7043-8E4E-EA933BC65496}" srcOrd="0" destOrd="3" presId="urn:microsoft.com/office/officeart/2005/8/layout/hProcess7"/>
    <dgm:cxn modelId="{A54F6593-59C5-9C49-BA38-0C432ACD8441}" srcId="{882381DA-9706-1840-A6AC-F76D2E16F1B3}" destId="{4FEFA537-22FF-0E43-9410-1A5973D08A54}" srcOrd="1" destOrd="0" parTransId="{DA1A81DC-6A62-A247-AA93-C534E475B2EA}" sibTransId="{299D69E7-CBFA-FE46-B209-AE924BC83AE0}"/>
    <dgm:cxn modelId="{76B39F9D-E88F-194E-9F6E-6A3A07917CE2}" type="presOf" srcId="{B5440D3B-8803-8146-AB73-6471E7A5AE2A}" destId="{24E74EB1-FAD2-7043-8E4E-EA933BC65496}" srcOrd="0" destOrd="1" presId="urn:microsoft.com/office/officeart/2005/8/layout/hProcess7"/>
    <dgm:cxn modelId="{E581F5AB-49AA-E946-8600-B822054AAA0E}" type="presOf" srcId="{4657F803-0ED6-094F-A4E2-59F1F4ECDB70}" destId="{24E74EB1-FAD2-7043-8E4E-EA933BC65496}" srcOrd="0" destOrd="2" presId="urn:microsoft.com/office/officeart/2005/8/layout/hProcess7"/>
    <dgm:cxn modelId="{332525BA-5279-4E41-9363-9E42395E216C}" type="presOf" srcId="{D7C01839-E013-F849-812F-1D5F77479698}" destId="{23EF8E00-5432-714C-86C1-D00435E683EE}" srcOrd="0" destOrd="0" presId="urn:microsoft.com/office/officeart/2005/8/layout/hProcess7"/>
    <dgm:cxn modelId="{EEACC4C0-1132-3E43-9634-9828C0E2EC06}" srcId="{D7C01839-E013-F849-812F-1D5F77479698}" destId="{4B706388-B758-4548-ABE7-924B9B773FFF}" srcOrd="1" destOrd="0" parTransId="{BFF2807D-59D1-B643-892E-CC25601B3B31}" sibTransId="{6D3933C7-0A1D-8D42-B8EF-7D4EA91BE2C1}"/>
    <dgm:cxn modelId="{3363B5C3-3C9A-D943-B835-5C7B97C3BBEC}" srcId="{882381DA-9706-1840-A6AC-F76D2E16F1B3}" destId="{592AC9F2-98DD-5E49-9B48-831A73F8CC09}" srcOrd="2" destOrd="0" parTransId="{810FEB52-5BA7-294E-AC28-9A6AABCBD622}" sibTransId="{5A78092F-F026-F049-8756-E7B1E9449CB3}"/>
    <dgm:cxn modelId="{0CB16BC4-454A-D542-9452-5D9E9F6B1B36}" srcId="{882381DA-9706-1840-A6AC-F76D2E16F1B3}" destId="{6799B1DA-B07C-9F4B-8A84-98F1D8311AD3}" srcOrd="0" destOrd="0" parTransId="{946B7014-89E1-4349-A088-B556AA4CD284}" sibTransId="{F056AD3B-012B-0141-9C92-7E1F702B6286}"/>
    <dgm:cxn modelId="{3EC15BCC-535D-9E4F-82FA-3889E5EEE9B7}" srcId="{4EF7D251-0771-944A-9A82-77C702214F26}" destId="{882381DA-9706-1840-A6AC-F76D2E16F1B3}" srcOrd="0" destOrd="0" parTransId="{173743F2-F2B8-044D-B27C-E8EEB195290E}" sibTransId="{03C39C3D-036E-0A4B-8537-549A03F542DA}"/>
    <dgm:cxn modelId="{E7A748CD-EBB1-054A-A2FF-90EDAE144384}" type="presOf" srcId="{5C6E789B-1A98-1247-AFA3-908C57F72696}" destId="{24E74EB1-FAD2-7043-8E4E-EA933BC65496}" srcOrd="0" destOrd="0" presId="urn:microsoft.com/office/officeart/2005/8/layout/hProcess7"/>
    <dgm:cxn modelId="{ED810CD2-C5AF-4C4F-BB57-0959922EAA23}" srcId="{C7C7752A-44E8-EC4B-8023-2CEE9D9A75C0}" destId="{48B097B4-F442-2F4C-9BEE-E74A6D6A7D85}" srcOrd="3" destOrd="0" parTransId="{098AA3A9-F179-2745-A3C3-C54A8ADA3BFE}" sibTransId="{2A7FDE18-CA26-8E43-AD93-E0780784B691}"/>
    <dgm:cxn modelId="{0E0239D8-1F96-0D4E-802F-AA3D591209D2}" type="presOf" srcId="{592AC9F2-98DD-5E49-9B48-831A73F8CC09}" destId="{7874358D-4C70-484A-B54E-7B3954F2B60B}" srcOrd="0" destOrd="2" presId="urn:microsoft.com/office/officeart/2005/8/layout/hProcess7"/>
    <dgm:cxn modelId="{242D23DB-F532-9340-89A3-630D326419CB}" type="presOf" srcId="{882381DA-9706-1840-A6AC-F76D2E16F1B3}" destId="{FF4DA2EE-3994-F844-8381-5AF0101DC772}" srcOrd="1" destOrd="0" presId="urn:microsoft.com/office/officeart/2005/8/layout/hProcess7"/>
    <dgm:cxn modelId="{EB02BCE2-2617-B045-BDA3-463C799A766A}" type="presOf" srcId="{D7C01839-E013-F849-812F-1D5F77479698}" destId="{F4AD06F7-8025-3D4C-B514-8D861C91B65B}" srcOrd="1" destOrd="0" presId="urn:microsoft.com/office/officeart/2005/8/layout/hProcess7"/>
    <dgm:cxn modelId="{06DEF8ED-3BA1-BB45-B0F5-BE16B5EB2812}" type="presOf" srcId="{4EF7D251-0771-944A-9A82-77C702214F26}" destId="{6D6DAE08-2D7E-CF4A-8C77-F35FD122A666}" srcOrd="0" destOrd="0" presId="urn:microsoft.com/office/officeart/2005/8/layout/hProcess7"/>
    <dgm:cxn modelId="{137F17EF-BDF1-D049-9752-42F9F39A51F7}" srcId="{4EF7D251-0771-944A-9A82-77C702214F26}" destId="{C7C7752A-44E8-EC4B-8023-2CEE9D9A75C0}" srcOrd="1" destOrd="0" parTransId="{E60B5E25-0A7E-D041-9E87-C26BE93F7B04}" sibTransId="{486497C4-0AD7-E843-A074-FFAE2426613A}"/>
    <dgm:cxn modelId="{0868EEF9-CCDC-8C48-8F6D-6EA23AC775DE}" type="presOf" srcId="{B1F93EB1-DE0B-F649-BD8C-07064CB7CF01}" destId="{7A9A5637-D25F-B046-9F36-8585A43079F4}" srcOrd="0" destOrd="2" presId="urn:microsoft.com/office/officeart/2005/8/layout/hProcess7"/>
    <dgm:cxn modelId="{FF5DA0FD-0583-7645-9DA5-A0AEF3CC847E}" type="presOf" srcId="{C7C7752A-44E8-EC4B-8023-2CEE9D9A75C0}" destId="{9D987EBB-9E9F-A246-B4C3-5230B9EE0ED9}" srcOrd="1" destOrd="0" presId="urn:microsoft.com/office/officeart/2005/8/layout/hProcess7"/>
    <dgm:cxn modelId="{D7D6EB9A-D9B1-994B-84F7-F73996B1A7E6}" type="presParOf" srcId="{6D6DAE08-2D7E-CF4A-8C77-F35FD122A666}" destId="{C04617F5-67D3-074C-8247-B12FA0910F52}" srcOrd="0" destOrd="0" presId="urn:microsoft.com/office/officeart/2005/8/layout/hProcess7"/>
    <dgm:cxn modelId="{A042871E-B138-CB46-8F96-E2DACF4609C1}" type="presParOf" srcId="{C04617F5-67D3-074C-8247-B12FA0910F52}" destId="{12BFEE74-8F5B-4E40-AED6-28FB655F32B0}" srcOrd="0" destOrd="0" presId="urn:microsoft.com/office/officeart/2005/8/layout/hProcess7"/>
    <dgm:cxn modelId="{23B3531E-74DD-4349-9646-A851019AFD5B}" type="presParOf" srcId="{C04617F5-67D3-074C-8247-B12FA0910F52}" destId="{FF4DA2EE-3994-F844-8381-5AF0101DC772}" srcOrd="1" destOrd="0" presId="urn:microsoft.com/office/officeart/2005/8/layout/hProcess7"/>
    <dgm:cxn modelId="{B4427381-1207-B345-AD11-E6EF672C2B3D}" type="presParOf" srcId="{C04617F5-67D3-074C-8247-B12FA0910F52}" destId="{7874358D-4C70-484A-B54E-7B3954F2B60B}" srcOrd="2" destOrd="0" presId="urn:microsoft.com/office/officeart/2005/8/layout/hProcess7"/>
    <dgm:cxn modelId="{532945EF-874A-9A4C-8B0E-1650091A1CB9}" type="presParOf" srcId="{6D6DAE08-2D7E-CF4A-8C77-F35FD122A666}" destId="{8C9A83B1-3742-CA49-936E-BBB136617F0B}" srcOrd="1" destOrd="0" presId="urn:microsoft.com/office/officeart/2005/8/layout/hProcess7"/>
    <dgm:cxn modelId="{ECB37175-C398-3745-AA75-1EAD2A5DF36C}" type="presParOf" srcId="{6D6DAE08-2D7E-CF4A-8C77-F35FD122A666}" destId="{9329C0F8-4B3E-8645-BE5E-86075FB5DE05}" srcOrd="2" destOrd="0" presId="urn:microsoft.com/office/officeart/2005/8/layout/hProcess7"/>
    <dgm:cxn modelId="{4FDBF99C-463D-984F-A65C-C22E0F97E68F}" type="presParOf" srcId="{9329C0F8-4B3E-8645-BE5E-86075FB5DE05}" destId="{33615967-CE0C-344D-BBAF-D4CA276C0E33}" srcOrd="0" destOrd="0" presId="urn:microsoft.com/office/officeart/2005/8/layout/hProcess7"/>
    <dgm:cxn modelId="{D978BEA2-F735-0849-B727-59C1DED00B90}" type="presParOf" srcId="{9329C0F8-4B3E-8645-BE5E-86075FB5DE05}" destId="{2AF07793-863F-E54E-B50C-E8062B862AAB}" srcOrd="1" destOrd="0" presId="urn:microsoft.com/office/officeart/2005/8/layout/hProcess7"/>
    <dgm:cxn modelId="{E3C8FA16-CAAA-4744-A46A-33027E97A1CF}" type="presParOf" srcId="{9329C0F8-4B3E-8645-BE5E-86075FB5DE05}" destId="{9447BEA8-FA53-7B45-8855-6DCF4B779FC7}" srcOrd="2" destOrd="0" presId="urn:microsoft.com/office/officeart/2005/8/layout/hProcess7"/>
    <dgm:cxn modelId="{DAE2A855-4090-A84B-88A2-9017ACF90B25}" type="presParOf" srcId="{6D6DAE08-2D7E-CF4A-8C77-F35FD122A666}" destId="{E98748CE-8A7A-AF44-9383-FE3D16608EFE}" srcOrd="3" destOrd="0" presId="urn:microsoft.com/office/officeart/2005/8/layout/hProcess7"/>
    <dgm:cxn modelId="{4C4BE923-F7CB-AF44-B19B-B3EEB5525CEF}" type="presParOf" srcId="{6D6DAE08-2D7E-CF4A-8C77-F35FD122A666}" destId="{F2CD9F02-8B2B-2149-B4D1-B7A9F735CB26}" srcOrd="4" destOrd="0" presId="urn:microsoft.com/office/officeart/2005/8/layout/hProcess7"/>
    <dgm:cxn modelId="{58293986-434F-AE4D-A010-59C75D9666A4}" type="presParOf" srcId="{F2CD9F02-8B2B-2149-B4D1-B7A9F735CB26}" destId="{E1E6FA81-1322-7F4F-B5AC-F726A144D1AB}" srcOrd="0" destOrd="0" presId="urn:microsoft.com/office/officeart/2005/8/layout/hProcess7"/>
    <dgm:cxn modelId="{FB4230F9-055C-5342-AC01-AE7686283B1B}" type="presParOf" srcId="{F2CD9F02-8B2B-2149-B4D1-B7A9F735CB26}" destId="{9D987EBB-9E9F-A246-B4C3-5230B9EE0ED9}" srcOrd="1" destOrd="0" presId="urn:microsoft.com/office/officeart/2005/8/layout/hProcess7"/>
    <dgm:cxn modelId="{D9ED6DE4-A9EF-EE4C-9DCB-6C85108D6295}" type="presParOf" srcId="{F2CD9F02-8B2B-2149-B4D1-B7A9F735CB26}" destId="{24E74EB1-FAD2-7043-8E4E-EA933BC65496}" srcOrd="2" destOrd="0" presId="urn:microsoft.com/office/officeart/2005/8/layout/hProcess7"/>
    <dgm:cxn modelId="{7CF328F0-DFF0-BF49-B6CE-8D2E43EDE96C}" type="presParOf" srcId="{6D6DAE08-2D7E-CF4A-8C77-F35FD122A666}" destId="{C1CDE44B-179C-B041-A434-374E4EC31F60}" srcOrd="5" destOrd="0" presId="urn:microsoft.com/office/officeart/2005/8/layout/hProcess7"/>
    <dgm:cxn modelId="{2E332C3F-ED48-F244-928B-443AC3E481DD}" type="presParOf" srcId="{6D6DAE08-2D7E-CF4A-8C77-F35FD122A666}" destId="{6C205784-2831-3D48-9113-76C5480E7526}" srcOrd="6" destOrd="0" presId="urn:microsoft.com/office/officeart/2005/8/layout/hProcess7"/>
    <dgm:cxn modelId="{35E64682-55FA-0347-BA92-81993B28C629}" type="presParOf" srcId="{6C205784-2831-3D48-9113-76C5480E7526}" destId="{B4E4C3C2-8BAC-4043-AF16-CC4279CF402A}" srcOrd="0" destOrd="0" presId="urn:microsoft.com/office/officeart/2005/8/layout/hProcess7"/>
    <dgm:cxn modelId="{C7C46095-A70C-B043-A728-13922A7491AD}" type="presParOf" srcId="{6C205784-2831-3D48-9113-76C5480E7526}" destId="{5E24585B-04F9-9C43-B0BC-6F61B9B1ADE5}" srcOrd="1" destOrd="0" presId="urn:microsoft.com/office/officeart/2005/8/layout/hProcess7"/>
    <dgm:cxn modelId="{C8BD9EBB-2044-914F-B61A-B271074F94AD}" type="presParOf" srcId="{6C205784-2831-3D48-9113-76C5480E7526}" destId="{66138974-5A8E-394E-833B-DBA5474563C3}" srcOrd="2" destOrd="0" presId="urn:microsoft.com/office/officeart/2005/8/layout/hProcess7"/>
    <dgm:cxn modelId="{1F9BB44E-D5E1-234A-920A-CB0B90EB8C14}" type="presParOf" srcId="{6D6DAE08-2D7E-CF4A-8C77-F35FD122A666}" destId="{2941C142-F9DF-B141-85BD-892FDF14D9F6}" srcOrd="7" destOrd="0" presId="urn:microsoft.com/office/officeart/2005/8/layout/hProcess7"/>
    <dgm:cxn modelId="{D192EF53-DEBB-9A49-ADB2-16FF63721D2D}" type="presParOf" srcId="{6D6DAE08-2D7E-CF4A-8C77-F35FD122A666}" destId="{E97BB06C-BB01-804A-A7DB-7424B1E62381}" srcOrd="8" destOrd="0" presId="urn:microsoft.com/office/officeart/2005/8/layout/hProcess7"/>
    <dgm:cxn modelId="{DCDAF564-703A-A44C-8261-1A9AEA80301C}" type="presParOf" srcId="{E97BB06C-BB01-804A-A7DB-7424B1E62381}" destId="{23EF8E00-5432-714C-86C1-D00435E683EE}" srcOrd="0" destOrd="0" presId="urn:microsoft.com/office/officeart/2005/8/layout/hProcess7"/>
    <dgm:cxn modelId="{249CAD75-258A-1A46-91DE-576ABD720C0F}" type="presParOf" srcId="{E97BB06C-BB01-804A-A7DB-7424B1E62381}" destId="{F4AD06F7-8025-3D4C-B514-8D861C91B65B}" srcOrd="1" destOrd="0" presId="urn:microsoft.com/office/officeart/2005/8/layout/hProcess7"/>
    <dgm:cxn modelId="{D659E9FA-813A-8849-8A04-903DDFA2BDAD}" type="presParOf" srcId="{E97BB06C-BB01-804A-A7DB-7424B1E62381}" destId="{7A9A5637-D25F-B046-9F36-8585A43079F4}" srcOrd="2" destOrd="0" presId="urn:microsoft.com/office/officeart/2005/8/layout/hProcess7"/>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EF7D251-0771-944A-9A82-77C702214F26}" type="doc">
      <dgm:prSet loTypeId="urn:microsoft.com/office/officeart/2005/8/layout/hProcess7" loCatId="" qsTypeId="urn:microsoft.com/office/officeart/2005/8/quickstyle/simple1" qsCatId="simple" csTypeId="urn:microsoft.com/office/officeart/2005/8/colors/accent1_2" csCatId="accent1" phldr="1"/>
      <dgm:spPr/>
      <dgm:t>
        <a:bodyPr/>
        <a:lstStyle/>
        <a:p>
          <a:endParaRPr lang="en-GB"/>
        </a:p>
      </dgm:t>
    </dgm:pt>
    <dgm:pt modelId="{882381DA-9706-1840-A6AC-F76D2E16F1B3}">
      <dgm:prSet phldrT="[Text]" custT="1"/>
      <dgm:spPr/>
      <dgm:t>
        <a:bodyPr/>
        <a:lstStyle/>
        <a:p>
          <a:pPr>
            <a:buNone/>
          </a:pPr>
          <a:r>
            <a:rPr lang="en-SG" sz="1600" b="1" i="0" dirty="0">
              <a:solidFill>
                <a:srgbClr val="F1F5F9"/>
              </a:solidFill>
              <a:effectLst/>
              <a:latin typeface="Inter"/>
            </a:rPr>
            <a:t>🔢IDW Interpolation</a:t>
          </a:r>
          <a:endParaRPr lang="en-GB" sz="1600" dirty="0"/>
        </a:p>
      </dgm:t>
    </dgm:pt>
    <dgm:pt modelId="{173743F2-F2B8-044D-B27C-E8EEB195290E}" type="parTrans" cxnId="{3EC15BCC-535D-9E4F-82FA-3889E5EEE9B7}">
      <dgm:prSet/>
      <dgm:spPr/>
      <dgm:t>
        <a:bodyPr/>
        <a:lstStyle/>
        <a:p>
          <a:endParaRPr lang="en-GB" sz="1400"/>
        </a:p>
      </dgm:t>
    </dgm:pt>
    <dgm:pt modelId="{03C39C3D-036E-0A4B-8537-549A03F542DA}" type="sibTrans" cxnId="{3EC15BCC-535D-9E4F-82FA-3889E5EEE9B7}">
      <dgm:prSet/>
      <dgm:spPr/>
      <dgm:t>
        <a:bodyPr/>
        <a:lstStyle/>
        <a:p>
          <a:endParaRPr lang="en-GB" sz="1400"/>
        </a:p>
      </dgm:t>
    </dgm:pt>
    <dgm:pt modelId="{6799B1DA-B07C-9F4B-8A84-98F1D8311AD3}">
      <dgm:prSet phldrT="[Text]" custT="1"/>
      <dgm:spPr/>
      <dgm:t>
        <a:bodyPr/>
        <a:lstStyle/>
        <a:p>
          <a:pPr>
            <a:buFont typeface="Arial" panose="020B0604020202020204" pitchFamily="34" charset="0"/>
            <a:buChar char="•"/>
          </a:pPr>
          <a:r>
            <a:rPr lang="en-SG" sz="2400" b="0" i="0" dirty="0">
              <a:solidFill>
                <a:srgbClr val="94A3B8"/>
              </a:solidFill>
              <a:effectLst/>
              <a:latin typeface="Inter"/>
            </a:rPr>
            <a:t>Inverse Distance Weighting using 3 nearest sensors for spatial accuracy</a:t>
          </a:r>
          <a:endParaRPr lang="en-GB" sz="2400" dirty="0"/>
        </a:p>
      </dgm:t>
    </dgm:pt>
    <dgm:pt modelId="{946B7014-89E1-4349-A088-B556AA4CD284}" type="parTrans" cxnId="{0CB16BC4-454A-D542-9452-5D9E9F6B1B36}">
      <dgm:prSet/>
      <dgm:spPr/>
      <dgm:t>
        <a:bodyPr/>
        <a:lstStyle/>
        <a:p>
          <a:endParaRPr lang="en-GB" sz="1400"/>
        </a:p>
      </dgm:t>
    </dgm:pt>
    <dgm:pt modelId="{F056AD3B-012B-0141-9C92-7E1F702B6286}" type="sibTrans" cxnId="{0CB16BC4-454A-D542-9452-5D9E9F6B1B36}">
      <dgm:prSet/>
      <dgm:spPr/>
      <dgm:t>
        <a:bodyPr/>
        <a:lstStyle/>
        <a:p>
          <a:endParaRPr lang="en-GB" sz="1400"/>
        </a:p>
      </dgm:t>
    </dgm:pt>
    <dgm:pt modelId="{C7C7752A-44E8-EC4B-8023-2CEE9D9A75C0}">
      <dgm:prSet phldrT="[Text]" custT="1"/>
      <dgm:spPr/>
      <dgm:t>
        <a:bodyPr/>
        <a:lstStyle/>
        <a:p>
          <a:pPr>
            <a:buNone/>
          </a:pPr>
          <a:r>
            <a:rPr lang="en-SG" sz="1600" b="1" i="0" dirty="0">
              <a:solidFill>
                <a:srgbClr val="F1F5F9"/>
              </a:solidFill>
              <a:effectLst/>
              <a:latin typeface="Inter"/>
            </a:rPr>
            <a:t>🗺️OpenStreetMap</a:t>
          </a:r>
          <a:endParaRPr lang="en-GB" sz="1600" dirty="0"/>
        </a:p>
      </dgm:t>
    </dgm:pt>
    <dgm:pt modelId="{E60B5E25-0A7E-D041-9E87-C26BE93F7B04}" type="parTrans" cxnId="{137F17EF-BDF1-D049-9752-42F9F39A51F7}">
      <dgm:prSet/>
      <dgm:spPr/>
      <dgm:t>
        <a:bodyPr/>
        <a:lstStyle/>
        <a:p>
          <a:endParaRPr lang="en-GB" sz="1400"/>
        </a:p>
      </dgm:t>
    </dgm:pt>
    <dgm:pt modelId="{486497C4-0AD7-E843-A074-FFAE2426613A}" type="sibTrans" cxnId="{137F17EF-BDF1-D049-9752-42F9F39A51F7}">
      <dgm:prSet/>
      <dgm:spPr/>
      <dgm:t>
        <a:bodyPr/>
        <a:lstStyle/>
        <a:p>
          <a:endParaRPr lang="en-GB" sz="1400"/>
        </a:p>
      </dgm:t>
    </dgm:pt>
    <dgm:pt modelId="{5C6E789B-1A98-1247-AFA3-908C57F72696}">
      <dgm:prSet phldrT="[Text]" custT="1"/>
      <dgm:spPr/>
      <dgm:t>
        <a:bodyPr/>
        <a:lstStyle/>
        <a:p>
          <a:pPr>
            <a:buFont typeface="Arial" panose="020B0604020202020204" pitchFamily="34" charset="0"/>
            <a:buChar char="•"/>
          </a:pPr>
          <a:r>
            <a:rPr lang="en-SG" sz="2400" b="0" i="0" dirty="0">
              <a:solidFill>
                <a:srgbClr val="94A3B8"/>
              </a:solidFill>
              <a:effectLst/>
              <a:latin typeface="Inter"/>
            </a:rPr>
            <a:t>Forward/reverse geocoding for location name and coordinate resolution</a:t>
          </a:r>
          <a:endParaRPr lang="en-GB" sz="2400" dirty="0"/>
        </a:p>
      </dgm:t>
    </dgm:pt>
    <dgm:pt modelId="{EBA85177-5F66-1B42-A0B2-C02DE85E24BC}" type="parTrans" cxnId="{8FD1E51B-F929-EB40-AB28-6DD250D5821C}">
      <dgm:prSet/>
      <dgm:spPr/>
      <dgm:t>
        <a:bodyPr/>
        <a:lstStyle/>
        <a:p>
          <a:endParaRPr lang="en-GB" sz="1400"/>
        </a:p>
      </dgm:t>
    </dgm:pt>
    <dgm:pt modelId="{5BF34B1C-142C-BE43-AF96-71288B299214}" type="sibTrans" cxnId="{8FD1E51B-F929-EB40-AB28-6DD250D5821C}">
      <dgm:prSet/>
      <dgm:spPr/>
      <dgm:t>
        <a:bodyPr/>
        <a:lstStyle/>
        <a:p>
          <a:endParaRPr lang="en-GB" sz="1400"/>
        </a:p>
      </dgm:t>
    </dgm:pt>
    <dgm:pt modelId="{D7C01839-E013-F849-812F-1D5F77479698}">
      <dgm:prSet phldrT="[Text]" custT="1"/>
      <dgm:spPr/>
      <dgm:t>
        <a:bodyPr/>
        <a:lstStyle/>
        <a:p>
          <a:pPr>
            <a:buNone/>
          </a:pPr>
          <a:r>
            <a:rPr lang="en-SG" sz="1600" b="1" i="0" dirty="0">
              <a:solidFill>
                <a:srgbClr val="F1F5F9"/>
              </a:solidFill>
              <a:effectLst/>
              <a:latin typeface="Inter"/>
            </a:rPr>
            <a:t>♻️Model Hot-Reload</a:t>
          </a:r>
          <a:endParaRPr lang="en-GB" sz="1600" dirty="0"/>
        </a:p>
      </dgm:t>
    </dgm:pt>
    <dgm:pt modelId="{32CE7C71-1465-0549-A561-2F40DB2FA2B8}" type="parTrans" cxnId="{D3021046-35B1-864A-9A6E-DD1C86C89831}">
      <dgm:prSet/>
      <dgm:spPr/>
      <dgm:t>
        <a:bodyPr/>
        <a:lstStyle/>
        <a:p>
          <a:endParaRPr lang="en-GB" sz="1400"/>
        </a:p>
      </dgm:t>
    </dgm:pt>
    <dgm:pt modelId="{08A2470A-831D-8A49-845B-A519712FF67F}" type="sibTrans" cxnId="{D3021046-35B1-864A-9A6E-DD1C86C89831}">
      <dgm:prSet/>
      <dgm:spPr/>
      <dgm:t>
        <a:bodyPr/>
        <a:lstStyle/>
        <a:p>
          <a:endParaRPr lang="en-GB" sz="1400"/>
        </a:p>
      </dgm:t>
    </dgm:pt>
    <dgm:pt modelId="{FE8E5CCE-4019-1844-A990-FB8DACA31D4F}">
      <dgm:prSet phldrT="[Text]" custT="1"/>
      <dgm:spPr/>
      <dgm:t>
        <a:bodyPr/>
        <a:lstStyle/>
        <a:p>
          <a:pPr>
            <a:buFont typeface="Arial" panose="020B0604020202020204" pitchFamily="34" charset="0"/>
            <a:buChar char="•"/>
          </a:pPr>
          <a:r>
            <a:rPr lang="en-SG" sz="2400" b="0" i="0" dirty="0">
              <a:solidFill>
                <a:srgbClr val="94A3B8"/>
              </a:solidFill>
              <a:effectLst/>
              <a:latin typeface="Inter"/>
            </a:rPr>
            <a:t>Automatic model refresh from S3 without service restart</a:t>
          </a:r>
          <a:endParaRPr lang="en-GB" sz="2400" dirty="0"/>
        </a:p>
      </dgm:t>
    </dgm:pt>
    <dgm:pt modelId="{DFC01AF3-C030-DC4C-AE9E-8D1AF74A49C8}" type="parTrans" cxnId="{4E2E6538-4FB8-F346-ADC3-714C53B5BC8D}">
      <dgm:prSet/>
      <dgm:spPr/>
      <dgm:t>
        <a:bodyPr/>
        <a:lstStyle/>
        <a:p>
          <a:endParaRPr lang="en-GB" sz="1400"/>
        </a:p>
      </dgm:t>
    </dgm:pt>
    <dgm:pt modelId="{856B306E-B469-B649-AAF2-465942818E06}" type="sibTrans" cxnId="{4E2E6538-4FB8-F346-ADC3-714C53B5BC8D}">
      <dgm:prSet/>
      <dgm:spPr/>
      <dgm:t>
        <a:bodyPr/>
        <a:lstStyle/>
        <a:p>
          <a:endParaRPr lang="en-GB" sz="1400"/>
        </a:p>
      </dgm:t>
    </dgm:pt>
    <dgm:pt modelId="{6D6DAE08-2D7E-CF4A-8C77-F35FD122A666}" type="pres">
      <dgm:prSet presAssocID="{4EF7D251-0771-944A-9A82-77C702214F26}" presName="Name0" presStyleCnt="0">
        <dgm:presLayoutVars>
          <dgm:dir/>
          <dgm:animLvl val="lvl"/>
          <dgm:resizeHandles val="exact"/>
        </dgm:presLayoutVars>
      </dgm:prSet>
      <dgm:spPr/>
    </dgm:pt>
    <dgm:pt modelId="{C04617F5-67D3-074C-8247-B12FA0910F52}" type="pres">
      <dgm:prSet presAssocID="{882381DA-9706-1840-A6AC-F76D2E16F1B3}" presName="compositeNode" presStyleCnt="0">
        <dgm:presLayoutVars>
          <dgm:bulletEnabled val="1"/>
        </dgm:presLayoutVars>
      </dgm:prSet>
      <dgm:spPr/>
    </dgm:pt>
    <dgm:pt modelId="{12BFEE74-8F5B-4E40-AED6-28FB655F32B0}" type="pres">
      <dgm:prSet presAssocID="{882381DA-9706-1840-A6AC-F76D2E16F1B3}" presName="bgRect" presStyleLbl="node1" presStyleIdx="0" presStyleCnt="3" custLinFactNeighborY="-296"/>
      <dgm:spPr/>
    </dgm:pt>
    <dgm:pt modelId="{FF4DA2EE-3994-F844-8381-5AF0101DC772}" type="pres">
      <dgm:prSet presAssocID="{882381DA-9706-1840-A6AC-F76D2E16F1B3}" presName="parentNode" presStyleLbl="node1" presStyleIdx="0" presStyleCnt="3">
        <dgm:presLayoutVars>
          <dgm:chMax val="0"/>
          <dgm:bulletEnabled val="1"/>
        </dgm:presLayoutVars>
      </dgm:prSet>
      <dgm:spPr/>
    </dgm:pt>
    <dgm:pt modelId="{7874358D-4C70-484A-B54E-7B3954F2B60B}" type="pres">
      <dgm:prSet presAssocID="{882381DA-9706-1840-A6AC-F76D2E16F1B3}" presName="childNode" presStyleLbl="node1" presStyleIdx="0" presStyleCnt="3">
        <dgm:presLayoutVars>
          <dgm:bulletEnabled val="1"/>
        </dgm:presLayoutVars>
      </dgm:prSet>
      <dgm:spPr/>
    </dgm:pt>
    <dgm:pt modelId="{8C9A83B1-3742-CA49-936E-BBB136617F0B}" type="pres">
      <dgm:prSet presAssocID="{03C39C3D-036E-0A4B-8537-549A03F542DA}" presName="hSp" presStyleCnt="0"/>
      <dgm:spPr/>
    </dgm:pt>
    <dgm:pt modelId="{9329C0F8-4B3E-8645-BE5E-86075FB5DE05}" type="pres">
      <dgm:prSet presAssocID="{03C39C3D-036E-0A4B-8537-549A03F542DA}" presName="vProcSp" presStyleCnt="0"/>
      <dgm:spPr/>
    </dgm:pt>
    <dgm:pt modelId="{33615967-CE0C-344D-BBAF-D4CA276C0E33}" type="pres">
      <dgm:prSet presAssocID="{03C39C3D-036E-0A4B-8537-549A03F542DA}" presName="vSp1" presStyleCnt="0"/>
      <dgm:spPr/>
    </dgm:pt>
    <dgm:pt modelId="{2AF07793-863F-E54E-B50C-E8062B862AAB}" type="pres">
      <dgm:prSet presAssocID="{03C39C3D-036E-0A4B-8537-549A03F542DA}" presName="simulatedConn" presStyleLbl="solidFgAcc1" presStyleIdx="0" presStyleCnt="2"/>
      <dgm:spPr/>
    </dgm:pt>
    <dgm:pt modelId="{9447BEA8-FA53-7B45-8855-6DCF4B779FC7}" type="pres">
      <dgm:prSet presAssocID="{03C39C3D-036E-0A4B-8537-549A03F542DA}" presName="vSp2" presStyleCnt="0"/>
      <dgm:spPr/>
    </dgm:pt>
    <dgm:pt modelId="{E98748CE-8A7A-AF44-9383-FE3D16608EFE}" type="pres">
      <dgm:prSet presAssocID="{03C39C3D-036E-0A4B-8537-549A03F542DA}" presName="sibTrans" presStyleCnt="0"/>
      <dgm:spPr/>
    </dgm:pt>
    <dgm:pt modelId="{F2CD9F02-8B2B-2149-B4D1-B7A9F735CB26}" type="pres">
      <dgm:prSet presAssocID="{C7C7752A-44E8-EC4B-8023-2CEE9D9A75C0}" presName="compositeNode" presStyleCnt="0">
        <dgm:presLayoutVars>
          <dgm:bulletEnabled val="1"/>
        </dgm:presLayoutVars>
      </dgm:prSet>
      <dgm:spPr/>
    </dgm:pt>
    <dgm:pt modelId="{E1E6FA81-1322-7F4F-B5AC-F726A144D1AB}" type="pres">
      <dgm:prSet presAssocID="{C7C7752A-44E8-EC4B-8023-2CEE9D9A75C0}" presName="bgRect" presStyleLbl="node1" presStyleIdx="1" presStyleCnt="3"/>
      <dgm:spPr/>
    </dgm:pt>
    <dgm:pt modelId="{9D987EBB-9E9F-A246-B4C3-5230B9EE0ED9}" type="pres">
      <dgm:prSet presAssocID="{C7C7752A-44E8-EC4B-8023-2CEE9D9A75C0}" presName="parentNode" presStyleLbl="node1" presStyleIdx="1" presStyleCnt="3">
        <dgm:presLayoutVars>
          <dgm:chMax val="0"/>
          <dgm:bulletEnabled val="1"/>
        </dgm:presLayoutVars>
      </dgm:prSet>
      <dgm:spPr/>
    </dgm:pt>
    <dgm:pt modelId="{24E74EB1-FAD2-7043-8E4E-EA933BC65496}" type="pres">
      <dgm:prSet presAssocID="{C7C7752A-44E8-EC4B-8023-2CEE9D9A75C0}" presName="childNode" presStyleLbl="node1" presStyleIdx="1" presStyleCnt="3">
        <dgm:presLayoutVars>
          <dgm:bulletEnabled val="1"/>
        </dgm:presLayoutVars>
      </dgm:prSet>
      <dgm:spPr/>
    </dgm:pt>
    <dgm:pt modelId="{C1CDE44B-179C-B041-A434-374E4EC31F60}" type="pres">
      <dgm:prSet presAssocID="{486497C4-0AD7-E843-A074-FFAE2426613A}" presName="hSp" presStyleCnt="0"/>
      <dgm:spPr/>
    </dgm:pt>
    <dgm:pt modelId="{6C205784-2831-3D48-9113-76C5480E7526}" type="pres">
      <dgm:prSet presAssocID="{486497C4-0AD7-E843-A074-FFAE2426613A}" presName="vProcSp" presStyleCnt="0"/>
      <dgm:spPr/>
    </dgm:pt>
    <dgm:pt modelId="{B4E4C3C2-8BAC-4043-AF16-CC4279CF402A}" type="pres">
      <dgm:prSet presAssocID="{486497C4-0AD7-E843-A074-FFAE2426613A}" presName="vSp1" presStyleCnt="0"/>
      <dgm:spPr/>
    </dgm:pt>
    <dgm:pt modelId="{5E24585B-04F9-9C43-B0BC-6F61B9B1ADE5}" type="pres">
      <dgm:prSet presAssocID="{486497C4-0AD7-E843-A074-FFAE2426613A}" presName="simulatedConn" presStyleLbl="solidFgAcc1" presStyleIdx="1" presStyleCnt="2"/>
      <dgm:spPr/>
    </dgm:pt>
    <dgm:pt modelId="{66138974-5A8E-394E-833B-DBA5474563C3}" type="pres">
      <dgm:prSet presAssocID="{486497C4-0AD7-E843-A074-FFAE2426613A}" presName="vSp2" presStyleCnt="0"/>
      <dgm:spPr/>
    </dgm:pt>
    <dgm:pt modelId="{2941C142-F9DF-B141-85BD-892FDF14D9F6}" type="pres">
      <dgm:prSet presAssocID="{486497C4-0AD7-E843-A074-FFAE2426613A}" presName="sibTrans" presStyleCnt="0"/>
      <dgm:spPr/>
    </dgm:pt>
    <dgm:pt modelId="{E97BB06C-BB01-804A-A7DB-7424B1E62381}" type="pres">
      <dgm:prSet presAssocID="{D7C01839-E013-F849-812F-1D5F77479698}" presName="compositeNode" presStyleCnt="0">
        <dgm:presLayoutVars>
          <dgm:bulletEnabled val="1"/>
        </dgm:presLayoutVars>
      </dgm:prSet>
      <dgm:spPr/>
    </dgm:pt>
    <dgm:pt modelId="{23EF8E00-5432-714C-86C1-D00435E683EE}" type="pres">
      <dgm:prSet presAssocID="{D7C01839-E013-F849-812F-1D5F77479698}" presName="bgRect" presStyleLbl="node1" presStyleIdx="2" presStyleCnt="3"/>
      <dgm:spPr/>
    </dgm:pt>
    <dgm:pt modelId="{F4AD06F7-8025-3D4C-B514-8D861C91B65B}" type="pres">
      <dgm:prSet presAssocID="{D7C01839-E013-F849-812F-1D5F77479698}" presName="parentNode" presStyleLbl="node1" presStyleIdx="2" presStyleCnt="3">
        <dgm:presLayoutVars>
          <dgm:chMax val="0"/>
          <dgm:bulletEnabled val="1"/>
        </dgm:presLayoutVars>
      </dgm:prSet>
      <dgm:spPr/>
    </dgm:pt>
    <dgm:pt modelId="{7A9A5637-D25F-B046-9F36-8585A43079F4}" type="pres">
      <dgm:prSet presAssocID="{D7C01839-E013-F849-812F-1D5F77479698}" presName="childNode" presStyleLbl="node1" presStyleIdx="2" presStyleCnt="3">
        <dgm:presLayoutVars>
          <dgm:bulletEnabled val="1"/>
        </dgm:presLayoutVars>
      </dgm:prSet>
      <dgm:spPr/>
    </dgm:pt>
  </dgm:ptLst>
  <dgm:cxnLst>
    <dgm:cxn modelId="{42B5FB0F-668D-6B41-97E5-681C5E29D519}" type="presOf" srcId="{6799B1DA-B07C-9F4B-8A84-98F1D8311AD3}" destId="{7874358D-4C70-484A-B54E-7B3954F2B60B}" srcOrd="0" destOrd="0" presId="urn:microsoft.com/office/officeart/2005/8/layout/hProcess7"/>
    <dgm:cxn modelId="{FA9E5817-4D81-E641-8FBB-23676CE31135}" type="presOf" srcId="{882381DA-9706-1840-A6AC-F76D2E16F1B3}" destId="{12BFEE74-8F5B-4E40-AED6-28FB655F32B0}" srcOrd="0" destOrd="0" presId="urn:microsoft.com/office/officeart/2005/8/layout/hProcess7"/>
    <dgm:cxn modelId="{8FD1E51B-F929-EB40-AB28-6DD250D5821C}" srcId="{C7C7752A-44E8-EC4B-8023-2CEE9D9A75C0}" destId="{5C6E789B-1A98-1247-AFA3-908C57F72696}" srcOrd="0" destOrd="0" parTransId="{EBA85177-5F66-1B42-A0B2-C02DE85E24BC}" sibTransId="{5BF34B1C-142C-BE43-AF96-71288B299214}"/>
    <dgm:cxn modelId="{4E2E6538-4FB8-F346-ADC3-714C53B5BC8D}" srcId="{D7C01839-E013-F849-812F-1D5F77479698}" destId="{FE8E5CCE-4019-1844-A990-FB8DACA31D4F}" srcOrd="0" destOrd="0" parTransId="{DFC01AF3-C030-DC4C-AE9E-8D1AF74A49C8}" sibTransId="{856B306E-B469-B649-AAF2-465942818E06}"/>
    <dgm:cxn modelId="{B841D443-5C12-214F-8E8D-6237F3EAC121}" type="presOf" srcId="{FE8E5CCE-4019-1844-A990-FB8DACA31D4F}" destId="{7A9A5637-D25F-B046-9F36-8585A43079F4}" srcOrd="0" destOrd="0" presId="urn:microsoft.com/office/officeart/2005/8/layout/hProcess7"/>
    <dgm:cxn modelId="{D3021046-35B1-864A-9A6E-DD1C86C89831}" srcId="{4EF7D251-0771-944A-9A82-77C702214F26}" destId="{D7C01839-E013-F849-812F-1D5F77479698}" srcOrd="2" destOrd="0" parTransId="{32CE7C71-1465-0549-A561-2F40DB2FA2B8}" sibTransId="{08A2470A-831D-8A49-845B-A519712FF67F}"/>
    <dgm:cxn modelId="{4C271F68-1C6E-B848-8DCA-3DC5F4EEF401}" type="presOf" srcId="{C7C7752A-44E8-EC4B-8023-2CEE9D9A75C0}" destId="{E1E6FA81-1322-7F4F-B5AC-F726A144D1AB}" srcOrd="0" destOrd="0" presId="urn:microsoft.com/office/officeart/2005/8/layout/hProcess7"/>
    <dgm:cxn modelId="{332525BA-5279-4E41-9363-9E42395E216C}" type="presOf" srcId="{D7C01839-E013-F849-812F-1D5F77479698}" destId="{23EF8E00-5432-714C-86C1-D00435E683EE}" srcOrd="0" destOrd="0" presId="urn:microsoft.com/office/officeart/2005/8/layout/hProcess7"/>
    <dgm:cxn modelId="{0CB16BC4-454A-D542-9452-5D9E9F6B1B36}" srcId="{882381DA-9706-1840-A6AC-F76D2E16F1B3}" destId="{6799B1DA-B07C-9F4B-8A84-98F1D8311AD3}" srcOrd="0" destOrd="0" parTransId="{946B7014-89E1-4349-A088-B556AA4CD284}" sibTransId="{F056AD3B-012B-0141-9C92-7E1F702B6286}"/>
    <dgm:cxn modelId="{3EC15BCC-535D-9E4F-82FA-3889E5EEE9B7}" srcId="{4EF7D251-0771-944A-9A82-77C702214F26}" destId="{882381DA-9706-1840-A6AC-F76D2E16F1B3}" srcOrd="0" destOrd="0" parTransId="{173743F2-F2B8-044D-B27C-E8EEB195290E}" sibTransId="{03C39C3D-036E-0A4B-8537-549A03F542DA}"/>
    <dgm:cxn modelId="{E7A748CD-EBB1-054A-A2FF-90EDAE144384}" type="presOf" srcId="{5C6E789B-1A98-1247-AFA3-908C57F72696}" destId="{24E74EB1-FAD2-7043-8E4E-EA933BC65496}" srcOrd="0" destOrd="0" presId="urn:microsoft.com/office/officeart/2005/8/layout/hProcess7"/>
    <dgm:cxn modelId="{242D23DB-F532-9340-89A3-630D326419CB}" type="presOf" srcId="{882381DA-9706-1840-A6AC-F76D2E16F1B3}" destId="{FF4DA2EE-3994-F844-8381-5AF0101DC772}" srcOrd="1" destOrd="0" presId="urn:microsoft.com/office/officeart/2005/8/layout/hProcess7"/>
    <dgm:cxn modelId="{EB02BCE2-2617-B045-BDA3-463C799A766A}" type="presOf" srcId="{D7C01839-E013-F849-812F-1D5F77479698}" destId="{F4AD06F7-8025-3D4C-B514-8D861C91B65B}" srcOrd="1" destOrd="0" presId="urn:microsoft.com/office/officeart/2005/8/layout/hProcess7"/>
    <dgm:cxn modelId="{06DEF8ED-3BA1-BB45-B0F5-BE16B5EB2812}" type="presOf" srcId="{4EF7D251-0771-944A-9A82-77C702214F26}" destId="{6D6DAE08-2D7E-CF4A-8C77-F35FD122A666}" srcOrd="0" destOrd="0" presId="urn:microsoft.com/office/officeart/2005/8/layout/hProcess7"/>
    <dgm:cxn modelId="{137F17EF-BDF1-D049-9752-42F9F39A51F7}" srcId="{4EF7D251-0771-944A-9A82-77C702214F26}" destId="{C7C7752A-44E8-EC4B-8023-2CEE9D9A75C0}" srcOrd="1" destOrd="0" parTransId="{E60B5E25-0A7E-D041-9E87-C26BE93F7B04}" sibTransId="{486497C4-0AD7-E843-A074-FFAE2426613A}"/>
    <dgm:cxn modelId="{FF5DA0FD-0583-7645-9DA5-A0AEF3CC847E}" type="presOf" srcId="{C7C7752A-44E8-EC4B-8023-2CEE9D9A75C0}" destId="{9D987EBB-9E9F-A246-B4C3-5230B9EE0ED9}" srcOrd="1" destOrd="0" presId="urn:microsoft.com/office/officeart/2005/8/layout/hProcess7"/>
    <dgm:cxn modelId="{D7D6EB9A-D9B1-994B-84F7-F73996B1A7E6}" type="presParOf" srcId="{6D6DAE08-2D7E-CF4A-8C77-F35FD122A666}" destId="{C04617F5-67D3-074C-8247-B12FA0910F52}" srcOrd="0" destOrd="0" presId="urn:microsoft.com/office/officeart/2005/8/layout/hProcess7"/>
    <dgm:cxn modelId="{A042871E-B138-CB46-8F96-E2DACF4609C1}" type="presParOf" srcId="{C04617F5-67D3-074C-8247-B12FA0910F52}" destId="{12BFEE74-8F5B-4E40-AED6-28FB655F32B0}" srcOrd="0" destOrd="0" presId="urn:microsoft.com/office/officeart/2005/8/layout/hProcess7"/>
    <dgm:cxn modelId="{23B3531E-74DD-4349-9646-A851019AFD5B}" type="presParOf" srcId="{C04617F5-67D3-074C-8247-B12FA0910F52}" destId="{FF4DA2EE-3994-F844-8381-5AF0101DC772}" srcOrd="1" destOrd="0" presId="urn:microsoft.com/office/officeart/2005/8/layout/hProcess7"/>
    <dgm:cxn modelId="{B4427381-1207-B345-AD11-E6EF672C2B3D}" type="presParOf" srcId="{C04617F5-67D3-074C-8247-B12FA0910F52}" destId="{7874358D-4C70-484A-B54E-7B3954F2B60B}" srcOrd="2" destOrd="0" presId="urn:microsoft.com/office/officeart/2005/8/layout/hProcess7"/>
    <dgm:cxn modelId="{532945EF-874A-9A4C-8B0E-1650091A1CB9}" type="presParOf" srcId="{6D6DAE08-2D7E-CF4A-8C77-F35FD122A666}" destId="{8C9A83B1-3742-CA49-936E-BBB136617F0B}" srcOrd="1" destOrd="0" presId="urn:microsoft.com/office/officeart/2005/8/layout/hProcess7"/>
    <dgm:cxn modelId="{ECB37175-C398-3745-AA75-1EAD2A5DF36C}" type="presParOf" srcId="{6D6DAE08-2D7E-CF4A-8C77-F35FD122A666}" destId="{9329C0F8-4B3E-8645-BE5E-86075FB5DE05}" srcOrd="2" destOrd="0" presId="urn:microsoft.com/office/officeart/2005/8/layout/hProcess7"/>
    <dgm:cxn modelId="{4FDBF99C-463D-984F-A65C-C22E0F97E68F}" type="presParOf" srcId="{9329C0F8-4B3E-8645-BE5E-86075FB5DE05}" destId="{33615967-CE0C-344D-BBAF-D4CA276C0E33}" srcOrd="0" destOrd="0" presId="urn:microsoft.com/office/officeart/2005/8/layout/hProcess7"/>
    <dgm:cxn modelId="{D978BEA2-F735-0849-B727-59C1DED00B90}" type="presParOf" srcId="{9329C0F8-4B3E-8645-BE5E-86075FB5DE05}" destId="{2AF07793-863F-E54E-B50C-E8062B862AAB}" srcOrd="1" destOrd="0" presId="urn:microsoft.com/office/officeart/2005/8/layout/hProcess7"/>
    <dgm:cxn modelId="{E3C8FA16-CAAA-4744-A46A-33027E97A1CF}" type="presParOf" srcId="{9329C0F8-4B3E-8645-BE5E-86075FB5DE05}" destId="{9447BEA8-FA53-7B45-8855-6DCF4B779FC7}" srcOrd="2" destOrd="0" presId="urn:microsoft.com/office/officeart/2005/8/layout/hProcess7"/>
    <dgm:cxn modelId="{DAE2A855-4090-A84B-88A2-9017ACF90B25}" type="presParOf" srcId="{6D6DAE08-2D7E-CF4A-8C77-F35FD122A666}" destId="{E98748CE-8A7A-AF44-9383-FE3D16608EFE}" srcOrd="3" destOrd="0" presId="urn:microsoft.com/office/officeart/2005/8/layout/hProcess7"/>
    <dgm:cxn modelId="{4C4BE923-F7CB-AF44-B19B-B3EEB5525CEF}" type="presParOf" srcId="{6D6DAE08-2D7E-CF4A-8C77-F35FD122A666}" destId="{F2CD9F02-8B2B-2149-B4D1-B7A9F735CB26}" srcOrd="4" destOrd="0" presId="urn:microsoft.com/office/officeart/2005/8/layout/hProcess7"/>
    <dgm:cxn modelId="{58293986-434F-AE4D-A010-59C75D9666A4}" type="presParOf" srcId="{F2CD9F02-8B2B-2149-B4D1-B7A9F735CB26}" destId="{E1E6FA81-1322-7F4F-B5AC-F726A144D1AB}" srcOrd="0" destOrd="0" presId="urn:microsoft.com/office/officeart/2005/8/layout/hProcess7"/>
    <dgm:cxn modelId="{FB4230F9-055C-5342-AC01-AE7686283B1B}" type="presParOf" srcId="{F2CD9F02-8B2B-2149-B4D1-B7A9F735CB26}" destId="{9D987EBB-9E9F-A246-B4C3-5230B9EE0ED9}" srcOrd="1" destOrd="0" presId="urn:microsoft.com/office/officeart/2005/8/layout/hProcess7"/>
    <dgm:cxn modelId="{D9ED6DE4-A9EF-EE4C-9DCB-6C85108D6295}" type="presParOf" srcId="{F2CD9F02-8B2B-2149-B4D1-B7A9F735CB26}" destId="{24E74EB1-FAD2-7043-8E4E-EA933BC65496}" srcOrd="2" destOrd="0" presId="urn:microsoft.com/office/officeart/2005/8/layout/hProcess7"/>
    <dgm:cxn modelId="{7CF328F0-DFF0-BF49-B6CE-8D2E43EDE96C}" type="presParOf" srcId="{6D6DAE08-2D7E-CF4A-8C77-F35FD122A666}" destId="{C1CDE44B-179C-B041-A434-374E4EC31F60}" srcOrd="5" destOrd="0" presId="urn:microsoft.com/office/officeart/2005/8/layout/hProcess7"/>
    <dgm:cxn modelId="{2E332C3F-ED48-F244-928B-443AC3E481DD}" type="presParOf" srcId="{6D6DAE08-2D7E-CF4A-8C77-F35FD122A666}" destId="{6C205784-2831-3D48-9113-76C5480E7526}" srcOrd="6" destOrd="0" presId="urn:microsoft.com/office/officeart/2005/8/layout/hProcess7"/>
    <dgm:cxn modelId="{35E64682-55FA-0347-BA92-81993B28C629}" type="presParOf" srcId="{6C205784-2831-3D48-9113-76C5480E7526}" destId="{B4E4C3C2-8BAC-4043-AF16-CC4279CF402A}" srcOrd="0" destOrd="0" presId="urn:microsoft.com/office/officeart/2005/8/layout/hProcess7"/>
    <dgm:cxn modelId="{C7C46095-A70C-B043-A728-13922A7491AD}" type="presParOf" srcId="{6C205784-2831-3D48-9113-76C5480E7526}" destId="{5E24585B-04F9-9C43-B0BC-6F61B9B1ADE5}" srcOrd="1" destOrd="0" presId="urn:microsoft.com/office/officeart/2005/8/layout/hProcess7"/>
    <dgm:cxn modelId="{C8BD9EBB-2044-914F-B61A-B271074F94AD}" type="presParOf" srcId="{6C205784-2831-3D48-9113-76C5480E7526}" destId="{66138974-5A8E-394E-833B-DBA5474563C3}" srcOrd="2" destOrd="0" presId="urn:microsoft.com/office/officeart/2005/8/layout/hProcess7"/>
    <dgm:cxn modelId="{1F9BB44E-D5E1-234A-920A-CB0B90EB8C14}" type="presParOf" srcId="{6D6DAE08-2D7E-CF4A-8C77-F35FD122A666}" destId="{2941C142-F9DF-B141-85BD-892FDF14D9F6}" srcOrd="7" destOrd="0" presId="urn:microsoft.com/office/officeart/2005/8/layout/hProcess7"/>
    <dgm:cxn modelId="{D192EF53-DEBB-9A49-ADB2-16FF63721D2D}" type="presParOf" srcId="{6D6DAE08-2D7E-CF4A-8C77-F35FD122A666}" destId="{E97BB06C-BB01-804A-A7DB-7424B1E62381}" srcOrd="8" destOrd="0" presId="urn:microsoft.com/office/officeart/2005/8/layout/hProcess7"/>
    <dgm:cxn modelId="{DCDAF564-703A-A44C-8261-1A9AEA80301C}" type="presParOf" srcId="{E97BB06C-BB01-804A-A7DB-7424B1E62381}" destId="{23EF8E00-5432-714C-86C1-D00435E683EE}" srcOrd="0" destOrd="0" presId="urn:microsoft.com/office/officeart/2005/8/layout/hProcess7"/>
    <dgm:cxn modelId="{249CAD75-258A-1A46-91DE-576ABD720C0F}" type="presParOf" srcId="{E97BB06C-BB01-804A-A7DB-7424B1E62381}" destId="{F4AD06F7-8025-3D4C-B514-8D861C91B65B}" srcOrd="1" destOrd="0" presId="urn:microsoft.com/office/officeart/2005/8/layout/hProcess7"/>
    <dgm:cxn modelId="{D659E9FA-813A-8849-8A04-903DDFA2BDAD}" type="presParOf" srcId="{E97BB06C-BB01-804A-A7DB-7424B1E62381}" destId="{7A9A5637-D25F-B046-9F36-8585A43079F4}"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4FDDF42-0FAA-644A-8D15-8183D9A84F30}"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en-GB"/>
        </a:p>
      </dgm:t>
    </dgm:pt>
    <dgm:pt modelId="{5E8B1058-9A6C-2D44-BEFB-F4BD232903CF}">
      <dgm:prSet phldrT="[Text]" custT="1"/>
      <dgm:spPr/>
      <dgm:t>
        <a:bodyPr/>
        <a:lstStyle/>
        <a:p>
          <a:r>
            <a:rPr lang="en-GB" sz="2800" dirty="0"/>
            <a:t>System Metrics</a:t>
          </a:r>
        </a:p>
      </dgm:t>
    </dgm:pt>
    <dgm:pt modelId="{C8CCD925-0B80-2144-918F-E705D4D606FF}" type="parTrans" cxnId="{86D10A53-6694-3F44-B414-9B464E1FB123}">
      <dgm:prSet/>
      <dgm:spPr/>
      <dgm:t>
        <a:bodyPr/>
        <a:lstStyle/>
        <a:p>
          <a:endParaRPr lang="en-GB" sz="1800"/>
        </a:p>
      </dgm:t>
    </dgm:pt>
    <dgm:pt modelId="{F6A89EA3-A08B-B64E-A767-E8A5C4CA81B6}" type="sibTrans" cxnId="{86D10A53-6694-3F44-B414-9B464E1FB123}">
      <dgm:prSet/>
      <dgm:spPr/>
      <dgm:t>
        <a:bodyPr/>
        <a:lstStyle/>
        <a:p>
          <a:endParaRPr lang="en-GB" sz="1800"/>
        </a:p>
      </dgm:t>
    </dgm:pt>
    <dgm:pt modelId="{EFE83348-5B4A-2B46-A952-73A0154B3BED}">
      <dgm:prSet phldrT="[Text]" custT="1"/>
      <dgm:spPr/>
      <dgm:t>
        <a:bodyPr/>
        <a:lstStyle/>
        <a:p>
          <a:r>
            <a:rPr lang="en-GB" sz="1400" dirty="0"/>
            <a:t>MAE (Mean Absolute Error)</a:t>
          </a:r>
        </a:p>
      </dgm:t>
    </dgm:pt>
    <dgm:pt modelId="{735727C6-5BC6-2A41-A9CE-D257400BD8C3}" type="parTrans" cxnId="{1F42D2DE-D2D0-C942-B51D-EA9A024A0E23}">
      <dgm:prSet/>
      <dgm:spPr/>
      <dgm:t>
        <a:bodyPr/>
        <a:lstStyle/>
        <a:p>
          <a:endParaRPr lang="en-GB" sz="1800"/>
        </a:p>
      </dgm:t>
    </dgm:pt>
    <dgm:pt modelId="{1141E4E5-9770-7A49-9EF2-A6A364A251D3}" type="sibTrans" cxnId="{1F42D2DE-D2D0-C942-B51D-EA9A024A0E23}">
      <dgm:prSet/>
      <dgm:spPr/>
      <dgm:t>
        <a:bodyPr/>
        <a:lstStyle/>
        <a:p>
          <a:endParaRPr lang="en-GB" sz="1800"/>
        </a:p>
      </dgm:t>
    </dgm:pt>
    <dgm:pt modelId="{4ED14F4E-E5EB-A443-906A-777665700B12}">
      <dgm:prSet phldrT="[Text]" custT="1"/>
      <dgm:spPr/>
      <dgm:t>
        <a:bodyPr/>
        <a:lstStyle/>
        <a:p>
          <a:r>
            <a:rPr lang="en-GB" sz="2800" dirty="0"/>
            <a:t>DevOps</a:t>
          </a:r>
        </a:p>
      </dgm:t>
    </dgm:pt>
    <dgm:pt modelId="{50C25B15-8677-324F-9BA4-D47AA2C324DE}" type="parTrans" cxnId="{B2D2C9E8-1C12-DC49-A49C-DE0617A83D04}">
      <dgm:prSet/>
      <dgm:spPr/>
      <dgm:t>
        <a:bodyPr/>
        <a:lstStyle/>
        <a:p>
          <a:endParaRPr lang="en-GB" sz="1800"/>
        </a:p>
      </dgm:t>
    </dgm:pt>
    <dgm:pt modelId="{A8573CF2-8268-9142-AE53-0B701C39F69B}" type="sibTrans" cxnId="{B2D2C9E8-1C12-DC49-A49C-DE0617A83D04}">
      <dgm:prSet/>
      <dgm:spPr/>
      <dgm:t>
        <a:bodyPr/>
        <a:lstStyle/>
        <a:p>
          <a:endParaRPr lang="en-GB" sz="1800"/>
        </a:p>
      </dgm:t>
    </dgm:pt>
    <dgm:pt modelId="{8B295DF7-2466-2E43-A613-C5E3D66EAAA3}">
      <dgm:prSet phldrT="[Text]" custT="1"/>
      <dgm:spPr/>
      <dgm:t>
        <a:bodyPr/>
        <a:lstStyle/>
        <a:p>
          <a:r>
            <a:rPr lang="en-GB" sz="1400" dirty="0"/>
            <a:t>Automation &amp; Sync</a:t>
          </a:r>
        </a:p>
      </dgm:t>
    </dgm:pt>
    <dgm:pt modelId="{040895FF-5957-AB44-945E-71D1F62DC53F}" type="parTrans" cxnId="{D73A643F-EBCF-064F-AC19-87DF4F6745B4}">
      <dgm:prSet/>
      <dgm:spPr/>
      <dgm:t>
        <a:bodyPr/>
        <a:lstStyle/>
        <a:p>
          <a:endParaRPr lang="en-GB" sz="1800"/>
        </a:p>
      </dgm:t>
    </dgm:pt>
    <dgm:pt modelId="{B4E36F2A-5AE2-774B-9C71-05AD3296D0C9}" type="sibTrans" cxnId="{D73A643F-EBCF-064F-AC19-87DF4F6745B4}">
      <dgm:prSet/>
      <dgm:spPr/>
      <dgm:t>
        <a:bodyPr/>
        <a:lstStyle/>
        <a:p>
          <a:endParaRPr lang="en-GB" sz="1800"/>
        </a:p>
      </dgm:t>
    </dgm:pt>
    <dgm:pt modelId="{835D719B-0BA0-0E4B-9224-38F4D30561F7}">
      <dgm:prSet phldrT="[Text]" custT="1"/>
      <dgm:spPr/>
      <dgm:t>
        <a:bodyPr/>
        <a:lstStyle/>
        <a:p>
          <a:r>
            <a:rPr lang="en-GB" sz="1400" dirty="0"/>
            <a:t>Environment Separation</a:t>
          </a:r>
        </a:p>
      </dgm:t>
    </dgm:pt>
    <dgm:pt modelId="{8D956AB6-AC8D-6344-AFAE-BD54ADF40CDA}" type="parTrans" cxnId="{5BE8D4EE-73DA-E346-A39F-67CFCB9B358D}">
      <dgm:prSet/>
      <dgm:spPr/>
      <dgm:t>
        <a:bodyPr/>
        <a:lstStyle/>
        <a:p>
          <a:endParaRPr lang="en-GB" sz="1800"/>
        </a:p>
      </dgm:t>
    </dgm:pt>
    <dgm:pt modelId="{C6F0F0CB-CD65-9B49-980C-C31222F65C97}" type="sibTrans" cxnId="{5BE8D4EE-73DA-E346-A39F-67CFCB9B358D}">
      <dgm:prSet/>
      <dgm:spPr/>
      <dgm:t>
        <a:bodyPr/>
        <a:lstStyle/>
        <a:p>
          <a:endParaRPr lang="en-GB" sz="1800"/>
        </a:p>
      </dgm:t>
    </dgm:pt>
    <dgm:pt modelId="{5CFFA849-429B-DE42-8648-1C675539AEBA}">
      <dgm:prSet phldrT="[Text]" custT="1"/>
      <dgm:spPr/>
      <dgm:t>
        <a:bodyPr/>
        <a:lstStyle/>
        <a:p>
          <a:pPr>
            <a:buNone/>
          </a:pPr>
          <a:r>
            <a:rPr lang="en-SG" sz="2800" b="0" i="0" dirty="0"/>
            <a:t>Tech Stack</a:t>
          </a:r>
          <a:endParaRPr lang="en-GB" sz="2800" dirty="0"/>
        </a:p>
      </dgm:t>
    </dgm:pt>
    <dgm:pt modelId="{052F33EA-9C14-DF47-9B94-E45E622F213C}" type="parTrans" cxnId="{F4F7C6AE-C4AE-5949-8AD4-BA8951184A65}">
      <dgm:prSet/>
      <dgm:spPr/>
      <dgm:t>
        <a:bodyPr/>
        <a:lstStyle/>
        <a:p>
          <a:endParaRPr lang="en-GB" sz="1800"/>
        </a:p>
      </dgm:t>
    </dgm:pt>
    <dgm:pt modelId="{FAF99C5C-46D4-074A-B1E5-7D8B5CA4E5A1}" type="sibTrans" cxnId="{F4F7C6AE-C4AE-5949-8AD4-BA8951184A65}">
      <dgm:prSet/>
      <dgm:spPr/>
      <dgm:t>
        <a:bodyPr/>
        <a:lstStyle/>
        <a:p>
          <a:endParaRPr lang="en-GB" sz="1800"/>
        </a:p>
      </dgm:t>
    </dgm:pt>
    <dgm:pt modelId="{B0669A74-7209-9D4B-BD00-6635F914F82C}">
      <dgm:prSet phldrT="[Text]" custT="1"/>
      <dgm:spPr/>
      <dgm:t>
        <a:bodyPr/>
        <a:lstStyle/>
        <a:p>
          <a:r>
            <a:rPr lang="en-SG" sz="1400" b="0" i="0" dirty="0"/>
            <a:t> </a:t>
          </a:r>
          <a:r>
            <a:rPr lang="en-SG" sz="1400" b="0" i="0" dirty="0" err="1"/>
            <a:t>PyTorch</a:t>
          </a:r>
          <a:endParaRPr lang="en-GB" sz="1400" dirty="0"/>
        </a:p>
      </dgm:t>
    </dgm:pt>
    <dgm:pt modelId="{FA42DE2C-5C0F-E945-B037-CBA51EBB2D0A}" type="parTrans" cxnId="{8938D15C-39FE-D949-BC7D-496BA1A91583}">
      <dgm:prSet/>
      <dgm:spPr/>
      <dgm:t>
        <a:bodyPr/>
        <a:lstStyle/>
        <a:p>
          <a:endParaRPr lang="en-GB" sz="1800"/>
        </a:p>
      </dgm:t>
    </dgm:pt>
    <dgm:pt modelId="{2F411011-5543-264C-975C-9779768DD51D}" type="sibTrans" cxnId="{8938D15C-39FE-D949-BC7D-496BA1A91583}">
      <dgm:prSet/>
      <dgm:spPr/>
      <dgm:t>
        <a:bodyPr/>
        <a:lstStyle/>
        <a:p>
          <a:endParaRPr lang="en-GB" sz="1800"/>
        </a:p>
      </dgm:t>
    </dgm:pt>
    <dgm:pt modelId="{697BFB35-7F56-E44A-BB96-E05859A21D39}">
      <dgm:prSet phldrT="[Text]" custT="1"/>
      <dgm:spPr/>
      <dgm:t>
        <a:bodyPr/>
        <a:lstStyle/>
        <a:p>
          <a:r>
            <a:rPr lang="en-SG" sz="1400" b="0" i="0" dirty="0"/>
            <a:t>React</a:t>
          </a:r>
          <a:endParaRPr lang="en-GB" sz="1400" dirty="0"/>
        </a:p>
      </dgm:t>
    </dgm:pt>
    <dgm:pt modelId="{2D30FBC6-3B7A-FE47-A639-A2B8DB0EC709}" type="parTrans" cxnId="{6490A64C-1E4B-DF40-8648-3582C249AAA3}">
      <dgm:prSet/>
      <dgm:spPr/>
      <dgm:t>
        <a:bodyPr/>
        <a:lstStyle/>
        <a:p>
          <a:endParaRPr lang="en-GB" sz="1800"/>
        </a:p>
      </dgm:t>
    </dgm:pt>
    <dgm:pt modelId="{2A861786-4342-594A-9416-EDC78F7F1D5E}" type="sibTrans" cxnId="{6490A64C-1E4B-DF40-8648-3582C249AAA3}">
      <dgm:prSet/>
      <dgm:spPr/>
      <dgm:t>
        <a:bodyPr/>
        <a:lstStyle/>
        <a:p>
          <a:endParaRPr lang="en-GB" sz="1800"/>
        </a:p>
      </dgm:t>
    </dgm:pt>
    <dgm:pt modelId="{B3836BB6-B4C3-5342-8D09-1D78B601DB6D}">
      <dgm:prSet phldrT="[Text]" custT="1"/>
      <dgm:spPr/>
      <dgm:t>
        <a:bodyPr/>
        <a:lstStyle/>
        <a:p>
          <a:r>
            <a:rPr lang="en-SG" sz="1400" b="0" i="0" dirty="0"/>
            <a:t>TypeScript</a:t>
          </a:r>
          <a:endParaRPr lang="en-GB" sz="1400" dirty="0"/>
        </a:p>
      </dgm:t>
    </dgm:pt>
    <dgm:pt modelId="{E8346B6C-3C19-F34F-A205-C4D64C7D2642}" type="parTrans" cxnId="{DD775CF5-1D7E-FB40-BE2E-8915D064049F}">
      <dgm:prSet/>
      <dgm:spPr/>
      <dgm:t>
        <a:bodyPr/>
        <a:lstStyle/>
        <a:p>
          <a:endParaRPr lang="en-GB" sz="1800"/>
        </a:p>
      </dgm:t>
    </dgm:pt>
    <dgm:pt modelId="{379BF0C7-FC97-8247-92FC-264F7243B7D2}" type="sibTrans" cxnId="{DD775CF5-1D7E-FB40-BE2E-8915D064049F}">
      <dgm:prSet/>
      <dgm:spPr/>
      <dgm:t>
        <a:bodyPr/>
        <a:lstStyle/>
        <a:p>
          <a:endParaRPr lang="en-GB" sz="1800"/>
        </a:p>
      </dgm:t>
    </dgm:pt>
    <dgm:pt modelId="{C55ED52C-4E14-9443-ADBF-E6457F4E0E09}">
      <dgm:prSet phldrT="[Text]" custT="1"/>
      <dgm:spPr/>
      <dgm:t>
        <a:bodyPr/>
        <a:lstStyle/>
        <a:p>
          <a:r>
            <a:rPr lang="en-GB" sz="2800" dirty="0"/>
            <a:t>Infra</a:t>
          </a:r>
        </a:p>
      </dgm:t>
    </dgm:pt>
    <dgm:pt modelId="{441571A5-913D-0D48-B379-1DB2ADCEAF02}" type="parTrans" cxnId="{336D2B9F-49CE-0141-A3D2-4175E59A77B8}">
      <dgm:prSet/>
      <dgm:spPr/>
      <dgm:t>
        <a:bodyPr/>
        <a:lstStyle/>
        <a:p>
          <a:endParaRPr lang="en-GB" sz="1800"/>
        </a:p>
      </dgm:t>
    </dgm:pt>
    <dgm:pt modelId="{E9BB9730-2467-4241-A941-653BE419C0F9}" type="sibTrans" cxnId="{336D2B9F-49CE-0141-A3D2-4175E59A77B8}">
      <dgm:prSet/>
      <dgm:spPr/>
      <dgm:t>
        <a:bodyPr/>
        <a:lstStyle/>
        <a:p>
          <a:endParaRPr lang="en-GB" sz="1800"/>
        </a:p>
      </dgm:t>
    </dgm:pt>
    <dgm:pt modelId="{D17F0BC9-EE92-BA4E-97E4-6AAA610BD4ED}">
      <dgm:prSet phldrT="[Text]" custT="1"/>
      <dgm:spPr/>
      <dgm:t>
        <a:bodyPr/>
        <a:lstStyle/>
        <a:p>
          <a:r>
            <a:rPr lang="en-GB" sz="1400" dirty="0"/>
            <a:t>Download Server</a:t>
          </a:r>
        </a:p>
      </dgm:t>
    </dgm:pt>
    <dgm:pt modelId="{B1336320-0621-5445-AE51-D3B5B2CCA337}" type="parTrans" cxnId="{57732BDB-3104-1C45-8204-490061F75277}">
      <dgm:prSet/>
      <dgm:spPr/>
      <dgm:t>
        <a:bodyPr/>
        <a:lstStyle/>
        <a:p>
          <a:endParaRPr lang="en-GB" sz="1800"/>
        </a:p>
      </dgm:t>
    </dgm:pt>
    <dgm:pt modelId="{D6DE6609-878E-D54B-A063-BA1E93791380}" type="sibTrans" cxnId="{57732BDB-3104-1C45-8204-490061F75277}">
      <dgm:prSet/>
      <dgm:spPr/>
      <dgm:t>
        <a:bodyPr/>
        <a:lstStyle/>
        <a:p>
          <a:endParaRPr lang="en-GB" sz="1800"/>
        </a:p>
      </dgm:t>
    </dgm:pt>
    <dgm:pt modelId="{066BE201-DB28-274C-9937-8D646F1DD824}">
      <dgm:prSet phldrT="[Text]" custT="1"/>
      <dgm:spPr/>
      <dgm:t>
        <a:bodyPr/>
        <a:lstStyle/>
        <a:p>
          <a:r>
            <a:rPr lang="en-GB" sz="1400" dirty="0"/>
            <a:t>Training Server</a:t>
          </a:r>
        </a:p>
      </dgm:t>
    </dgm:pt>
    <dgm:pt modelId="{395D8083-299B-D84A-8FB3-B1B6270C8AE6}" type="parTrans" cxnId="{3572A6C6-F2D8-4F43-A7C5-3506F900DEC2}">
      <dgm:prSet/>
      <dgm:spPr/>
      <dgm:t>
        <a:bodyPr/>
        <a:lstStyle/>
        <a:p>
          <a:endParaRPr lang="en-GB" sz="1800"/>
        </a:p>
      </dgm:t>
    </dgm:pt>
    <dgm:pt modelId="{7D8E53F0-37A4-CD42-B799-D4F811EFD4A3}" type="sibTrans" cxnId="{3572A6C6-F2D8-4F43-A7C5-3506F900DEC2}">
      <dgm:prSet/>
      <dgm:spPr/>
      <dgm:t>
        <a:bodyPr/>
        <a:lstStyle/>
        <a:p>
          <a:endParaRPr lang="en-GB" sz="1800"/>
        </a:p>
      </dgm:t>
    </dgm:pt>
    <dgm:pt modelId="{E2832810-AB7D-FE42-AC95-CCDADB9C5E15}">
      <dgm:prSet phldrT="[Text]" custT="1"/>
      <dgm:spPr/>
      <dgm:t>
        <a:bodyPr/>
        <a:lstStyle/>
        <a:p>
          <a:r>
            <a:rPr lang="en-GB" sz="1400" dirty="0"/>
            <a:t>API Server</a:t>
          </a:r>
        </a:p>
      </dgm:t>
    </dgm:pt>
    <dgm:pt modelId="{7A020643-BBAC-6245-9F07-D6E0F45E205B}" type="parTrans" cxnId="{9849CFBF-6F1A-9945-BE2E-03404A1E2B76}">
      <dgm:prSet/>
      <dgm:spPr/>
      <dgm:t>
        <a:bodyPr/>
        <a:lstStyle/>
        <a:p>
          <a:endParaRPr lang="en-GB" sz="1800"/>
        </a:p>
      </dgm:t>
    </dgm:pt>
    <dgm:pt modelId="{CA17051B-755E-F443-A49A-3A3DB6979A85}" type="sibTrans" cxnId="{9849CFBF-6F1A-9945-BE2E-03404A1E2B76}">
      <dgm:prSet/>
      <dgm:spPr/>
      <dgm:t>
        <a:bodyPr/>
        <a:lstStyle/>
        <a:p>
          <a:endParaRPr lang="en-GB" sz="1800"/>
        </a:p>
      </dgm:t>
    </dgm:pt>
    <dgm:pt modelId="{E6CBEA8C-8495-244D-B4D6-40F52BB0A5D0}">
      <dgm:prSet phldrT="[Text]" custT="1"/>
      <dgm:spPr/>
      <dgm:t>
        <a:bodyPr/>
        <a:lstStyle/>
        <a:p>
          <a:r>
            <a:rPr lang="en-GB" sz="1400" dirty="0"/>
            <a:t>S3 Data Lake</a:t>
          </a:r>
        </a:p>
      </dgm:t>
    </dgm:pt>
    <dgm:pt modelId="{56AD69C7-2B8B-D446-B143-494706B5D512}" type="parTrans" cxnId="{6F77F54E-8C09-5240-B753-3AB5E51DB55C}">
      <dgm:prSet/>
      <dgm:spPr/>
      <dgm:t>
        <a:bodyPr/>
        <a:lstStyle/>
        <a:p>
          <a:endParaRPr lang="en-GB" sz="1800"/>
        </a:p>
      </dgm:t>
    </dgm:pt>
    <dgm:pt modelId="{42535CB1-572B-3B40-A8E7-B3E957E77D58}" type="sibTrans" cxnId="{6F77F54E-8C09-5240-B753-3AB5E51DB55C}">
      <dgm:prSet/>
      <dgm:spPr/>
      <dgm:t>
        <a:bodyPr/>
        <a:lstStyle/>
        <a:p>
          <a:endParaRPr lang="en-GB" sz="1800"/>
        </a:p>
      </dgm:t>
    </dgm:pt>
    <dgm:pt modelId="{867B4475-CDC2-7146-84B6-CA33F2237CFA}">
      <dgm:prSet phldrT="[Text]" custT="1"/>
      <dgm:spPr/>
      <dgm:t>
        <a:bodyPr/>
        <a:lstStyle/>
        <a:p>
          <a:r>
            <a:rPr lang="en-GB" sz="1400" dirty="0" err="1"/>
            <a:t>Cloudfront</a:t>
          </a:r>
          <a:endParaRPr lang="en-GB" sz="1400" dirty="0"/>
        </a:p>
      </dgm:t>
    </dgm:pt>
    <dgm:pt modelId="{C1E10226-73BD-004B-92CA-0A0B74734BF1}" type="parTrans" cxnId="{5A87A685-2AA1-DA44-8CF1-3C773FC16BC2}">
      <dgm:prSet/>
      <dgm:spPr/>
      <dgm:t>
        <a:bodyPr/>
        <a:lstStyle/>
        <a:p>
          <a:endParaRPr lang="en-GB" sz="1800"/>
        </a:p>
      </dgm:t>
    </dgm:pt>
    <dgm:pt modelId="{75254EB6-6370-7F40-A602-B1C6CCC58D99}" type="sibTrans" cxnId="{5A87A685-2AA1-DA44-8CF1-3C773FC16BC2}">
      <dgm:prSet/>
      <dgm:spPr/>
      <dgm:t>
        <a:bodyPr/>
        <a:lstStyle/>
        <a:p>
          <a:endParaRPr lang="en-GB" sz="1800"/>
        </a:p>
      </dgm:t>
    </dgm:pt>
    <dgm:pt modelId="{DF016795-5A49-F44C-8AF5-6D3AB93C34ED}">
      <dgm:prSet phldrT="[Text]" custT="1"/>
      <dgm:spPr/>
      <dgm:t>
        <a:bodyPr/>
        <a:lstStyle/>
        <a:p>
          <a:r>
            <a:rPr lang="en-GB" sz="1400" dirty="0"/>
            <a:t>Terraform</a:t>
          </a:r>
        </a:p>
      </dgm:t>
    </dgm:pt>
    <dgm:pt modelId="{43FE2590-C20A-FE45-8968-E65D8A265E88}" type="parTrans" cxnId="{CA4AD495-A682-CB44-BE8F-0017B7895D3D}">
      <dgm:prSet/>
      <dgm:spPr/>
      <dgm:t>
        <a:bodyPr/>
        <a:lstStyle/>
        <a:p>
          <a:endParaRPr lang="en-GB" sz="1800"/>
        </a:p>
      </dgm:t>
    </dgm:pt>
    <dgm:pt modelId="{E270F04A-0A15-9E4B-B7E0-704CF4018ECF}" type="sibTrans" cxnId="{CA4AD495-A682-CB44-BE8F-0017B7895D3D}">
      <dgm:prSet/>
      <dgm:spPr/>
      <dgm:t>
        <a:bodyPr/>
        <a:lstStyle/>
        <a:p>
          <a:endParaRPr lang="en-GB" sz="1800"/>
        </a:p>
      </dgm:t>
    </dgm:pt>
    <dgm:pt modelId="{8D2DA5F9-FEF4-624A-B8EA-1E32CDF83CA5}">
      <dgm:prSet phldrT="[Text]" custT="1"/>
      <dgm:spPr/>
      <dgm:t>
        <a:bodyPr/>
        <a:lstStyle/>
        <a:p>
          <a:r>
            <a:rPr lang="en-GB" sz="1400" dirty="0"/>
            <a:t>RMSE</a:t>
          </a:r>
        </a:p>
      </dgm:t>
    </dgm:pt>
    <dgm:pt modelId="{15E73CA2-D0CC-1B43-8BCD-69616790C726}" type="parTrans" cxnId="{A908AD96-0608-BA4F-B29F-6F955F36293C}">
      <dgm:prSet/>
      <dgm:spPr/>
      <dgm:t>
        <a:bodyPr/>
        <a:lstStyle/>
        <a:p>
          <a:endParaRPr lang="en-GB" sz="1800"/>
        </a:p>
      </dgm:t>
    </dgm:pt>
    <dgm:pt modelId="{FEA952E4-20CD-A04D-BBFA-AD42B9A9788E}" type="sibTrans" cxnId="{A908AD96-0608-BA4F-B29F-6F955F36293C}">
      <dgm:prSet/>
      <dgm:spPr/>
      <dgm:t>
        <a:bodyPr/>
        <a:lstStyle/>
        <a:p>
          <a:endParaRPr lang="en-GB" sz="1800"/>
        </a:p>
      </dgm:t>
    </dgm:pt>
    <dgm:pt modelId="{0825E6E1-565F-7748-BB73-7FC10759FBF4}">
      <dgm:prSet phldrT="[Text]" custT="1"/>
      <dgm:spPr/>
      <dgm:t>
        <a:bodyPr/>
        <a:lstStyle/>
        <a:p>
          <a:r>
            <a:rPr lang="en-GB" sz="1400" dirty="0"/>
            <a:t>Accuracy</a:t>
          </a:r>
        </a:p>
      </dgm:t>
    </dgm:pt>
    <dgm:pt modelId="{23469308-75CA-D242-A579-8B4E0D36C41A}" type="parTrans" cxnId="{927F6F40-8EA1-9C41-B863-DA0DC9B77D7E}">
      <dgm:prSet/>
      <dgm:spPr/>
      <dgm:t>
        <a:bodyPr/>
        <a:lstStyle/>
        <a:p>
          <a:endParaRPr lang="en-GB" sz="1800"/>
        </a:p>
      </dgm:t>
    </dgm:pt>
    <dgm:pt modelId="{1AD8483A-EF1A-1A42-AA13-86A2BC82B4A9}" type="sibTrans" cxnId="{927F6F40-8EA1-9C41-B863-DA0DC9B77D7E}">
      <dgm:prSet/>
      <dgm:spPr/>
      <dgm:t>
        <a:bodyPr/>
        <a:lstStyle/>
        <a:p>
          <a:endParaRPr lang="en-GB" sz="1800"/>
        </a:p>
      </dgm:t>
    </dgm:pt>
    <dgm:pt modelId="{1C935D32-61A2-2D48-8282-BF9773F47B5C}">
      <dgm:prSet phldrT="[Text]" custT="1"/>
      <dgm:spPr/>
      <dgm:t>
        <a:bodyPr/>
        <a:lstStyle/>
        <a:p>
          <a:r>
            <a:rPr lang="en-GB" sz="1400" dirty="0"/>
            <a:t>Requests / Second</a:t>
          </a:r>
        </a:p>
      </dgm:t>
    </dgm:pt>
    <dgm:pt modelId="{5F73FB56-18C3-0A4C-B9C0-0D85C7A26211}" type="parTrans" cxnId="{9651338D-0229-8A41-A0EA-9E6B731792C9}">
      <dgm:prSet/>
      <dgm:spPr/>
      <dgm:t>
        <a:bodyPr/>
        <a:lstStyle/>
        <a:p>
          <a:endParaRPr lang="en-GB" sz="1800"/>
        </a:p>
      </dgm:t>
    </dgm:pt>
    <dgm:pt modelId="{BD96C80C-0853-B64F-BDE8-E378F7C30DC0}" type="sibTrans" cxnId="{9651338D-0229-8A41-A0EA-9E6B731792C9}">
      <dgm:prSet/>
      <dgm:spPr/>
      <dgm:t>
        <a:bodyPr/>
        <a:lstStyle/>
        <a:p>
          <a:endParaRPr lang="en-GB" sz="1800"/>
        </a:p>
      </dgm:t>
    </dgm:pt>
    <dgm:pt modelId="{44F4E982-2D73-3A4A-B90B-49B39A130B73}">
      <dgm:prSet phldrT="[Text]" custT="1"/>
      <dgm:spPr/>
      <dgm:t>
        <a:bodyPr/>
        <a:lstStyle/>
        <a:p>
          <a:r>
            <a:rPr lang="en-GB" sz="1400" dirty="0"/>
            <a:t>Path Prediction</a:t>
          </a:r>
        </a:p>
      </dgm:t>
    </dgm:pt>
    <dgm:pt modelId="{6C1EA305-259B-F74C-B2E3-47665C762958}" type="parTrans" cxnId="{9AE22574-A936-0E42-85A7-538C188BDC73}">
      <dgm:prSet/>
      <dgm:spPr/>
      <dgm:t>
        <a:bodyPr/>
        <a:lstStyle/>
        <a:p>
          <a:endParaRPr lang="en-GB" sz="1800"/>
        </a:p>
      </dgm:t>
    </dgm:pt>
    <dgm:pt modelId="{517E7FB7-070B-414E-9F1E-AE40F724648C}" type="sibTrans" cxnId="{9AE22574-A936-0E42-85A7-538C188BDC73}">
      <dgm:prSet/>
      <dgm:spPr/>
      <dgm:t>
        <a:bodyPr/>
        <a:lstStyle/>
        <a:p>
          <a:endParaRPr lang="en-GB" sz="1800"/>
        </a:p>
      </dgm:t>
    </dgm:pt>
    <dgm:pt modelId="{5036AAF8-36EE-C245-8C07-B7F3299D083C}">
      <dgm:prSet phldrT="[Text]" custT="1"/>
      <dgm:spPr/>
      <dgm:t>
        <a:bodyPr/>
        <a:lstStyle/>
        <a:p>
          <a:r>
            <a:rPr lang="en-GB" sz="1400" dirty="0"/>
            <a:t>Single Point Prediction</a:t>
          </a:r>
        </a:p>
      </dgm:t>
    </dgm:pt>
    <dgm:pt modelId="{763B5662-E552-4048-B150-81670D2A914D}" type="parTrans" cxnId="{F984536A-5CFC-6441-8F7D-AC0716AD2D6E}">
      <dgm:prSet/>
      <dgm:spPr/>
      <dgm:t>
        <a:bodyPr/>
        <a:lstStyle/>
        <a:p>
          <a:endParaRPr lang="en-GB" sz="1800"/>
        </a:p>
      </dgm:t>
    </dgm:pt>
    <dgm:pt modelId="{8D6DF59D-AD32-904E-93F8-F32C919372ED}" type="sibTrans" cxnId="{F984536A-5CFC-6441-8F7D-AC0716AD2D6E}">
      <dgm:prSet/>
      <dgm:spPr/>
      <dgm:t>
        <a:bodyPr/>
        <a:lstStyle/>
        <a:p>
          <a:endParaRPr lang="en-GB" sz="1800"/>
        </a:p>
      </dgm:t>
    </dgm:pt>
    <dgm:pt modelId="{8526F7F2-5A18-E546-9A5C-1D559102B771}">
      <dgm:prSet phldrT="[Text]" custT="1"/>
      <dgm:spPr/>
      <dgm:t>
        <a:bodyPr/>
        <a:lstStyle/>
        <a:p>
          <a:r>
            <a:rPr lang="en-GB" sz="1400" dirty="0"/>
            <a:t>Bidirectional S3 Sync</a:t>
          </a:r>
        </a:p>
      </dgm:t>
    </dgm:pt>
    <dgm:pt modelId="{920A417E-7FCD-8E40-8AA4-2C73DE8BA504}" type="parTrans" cxnId="{94869D6A-1410-2C48-B32B-A026ACAA09B6}">
      <dgm:prSet/>
      <dgm:spPr/>
      <dgm:t>
        <a:bodyPr/>
        <a:lstStyle/>
        <a:p>
          <a:endParaRPr lang="en-GB"/>
        </a:p>
      </dgm:t>
    </dgm:pt>
    <dgm:pt modelId="{B0932631-1DBA-994A-A2D7-3155582FC53A}" type="sibTrans" cxnId="{94869D6A-1410-2C48-B32B-A026ACAA09B6}">
      <dgm:prSet/>
      <dgm:spPr/>
      <dgm:t>
        <a:bodyPr/>
        <a:lstStyle/>
        <a:p>
          <a:endParaRPr lang="en-GB"/>
        </a:p>
      </dgm:t>
    </dgm:pt>
    <dgm:pt modelId="{06CA1091-8608-4140-97C3-3C43B060D608}" type="pres">
      <dgm:prSet presAssocID="{04FDDF42-0FAA-644A-8D15-8183D9A84F30}" presName="cycleMatrixDiagram" presStyleCnt="0">
        <dgm:presLayoutVars>
          <dgm:chMax val="1"/>
          <dgm:dir/>
          <dgm:animLvl val="lvl"/>
          <dgm:resizeHandles val="exact"/>
        </dgm:presLayoutVars>
      </dgm:prSet>
      <dgm:spPr/>
    </dgm:pt>
    <dgm:pt modelId="{B307B8A4-7410-3041-A71D-577351C8F1BC}" type="pres">
      <dgm:prSet presAssocID="{04FDDF42-0FAA-644A-8D15-8183D9A84F30}" presName="children" presStyleCnt="0"/>
      <dgm:spPr/>
    </dgm:pt>
    <dgm:pt modelId="{6743471E-881B-7448-A4A2-4576D6A9B725}" type="pres">
      <dgm:prSet presAssocID="{04FDDF42-0FAA-644A-8D15-8183D9A84F30}" presName="child1group" presStyleCnt="0"/>
      <dgm:spPr/>
    </dgm:pt>
    <dgm:pt modelId="{A7165BC8-A1FE-D149-963E-B1D73FA177D2}" type="pres">
      <dgm:prSet presAssocID="{04FDDF42-0FAA-644A-8D15-8183D9A84F30}" presName="child1" presStyleLbl="bgAcc1" presStyleIdx="0" presStyleCnt="4"/>
      <dgm:spPr/>
    </dgm:pt>
    <dgm:pt modelId="{61F01B9E-8462-864B-9411-752B8C04DCA8}" type="pres">
      <dgm:prSet presAssocID="{04FDDF42-0FAA-644A-8D15-8183D9A84F30}" presName="child1Text" presStyleLbl="bgAcc1" presStyleIdx="0" presStyleCnt="4">
        <dgm:presLayoutVars>
          <dgm:bulletEnabled val="1"/>
        </dgm:presLayoutVars>
      </dgm:prSet>
      <dgm:spPr/>
    </dgm:pt>
    <dgm:pt modelId="{15301EAA-285F-FE45-BE14-14DF90C501C9}" type="pres">
      <dgm:prSet presAssocID="{04FDDF42-0FAA-644A-8D15-8183D9A84F30}" presName="child2group" presStyleCnt="0"/>
      <dgm:spPr/>
    </dgm:pt>
    <dgm:pt modelId="{CD1904D9-EF98-3141-BA3C-EEB3205D0FB7}" type="pres">
      <dgm:prSet presAssocID="{04FDDF42-0FAA-644A-8D15-8183D9A84F30}" presName="child2" presStyleLbl="bgAcc1" presStyleIdx="1" presStyleCnt="4"/>
      <dgm:spPr/>
    </dgm:pt>
    <dgm:pt modelId="{A0CEB270-5EB4-0C43-B3DC-8F31DE0E1637}" type="pres">
      <dgm:prSet presAssocID="{04FDDF42-0FAA-644A-8D15-8183D9A84F30}" presName="child2Text" presStyleLbl="bgAcc1" presStyleIdx="1" presStyleCnt="4">
        <dgm:presLayoutVars>
          <dgm:bulletEnabled val="1"/>
        </dgm:presLayoutVars>
      </dgm:prSet>
      <dgm:spPr/>
    </dgm:pt>
    <dgm:pt modelId="{EA551260-7E3E-864E-ADE6-F52333E0142A}" type="pres">
      <dgm:prSet presAssocID="{04FDDF42-0FAA-644A-8D15-8183D9A84F30}" presName="child3group" presStyleCnt="0"/>
      <dgm:spPr/>
    </dgm:pt>
    <dgm:pt modelId="{63A89403-C827-224C-8C7E-3F338D2656D2}" type="pres">
      <dgm:prSet presAssocID="{04FDDF42-0FAA-644A-8D15-8183D9A84F30}" presName="child3" presStyleLbl="bgAcc1" presStyleIdx="2" presStyleCnt="4" custScaleY="100076"/>
      <dgm:spPr/>
    </dgm:pt>
    <dgm:pt modelId="{3FB5ABDA-3758-7D46-95AE-B24EDDD5170A}" type="pres">
      <dgm:prSet presAssocID="{04FDDF42-0FAA-644A-8D15-8183D9A84F30}" presName="child3Text" presStyleLbl="bgAcc1" presStyleIdx="2" presStyleCnt="4">
        <dgm:presLayoutVars>
          <dgm:bulletEnabled val="1"/>
        </dgm:presLayoutVars>
      </dgm:prSet>
      <dgm:spPr/>
    </dgm:pt>
    <dgm:pt modelId="{3ECE384E-9E6E-5B42-A9EA-E2C54C956D20}" type="pres">
      <dgm:prSet presAssocID="{04FDDF42-0FAA-644A-8D15-8183D9A84F30}" presName="child4group" presStyleCnt="0"/>
      <dgm:spPr/>
    </dgm:pt>
    <dgm:pt modelId="{95398D8E-89F5-934C-9A5B-C09AEF73337B}" type="pres">
      <dgm:prSet presAssocID="{04FDDF42-0FAA-644A-8D15-8183D9A84F30}" presName="child4" presStyleLbl="bgAcc1" presStyleIdx="3" presStyleCnt="4"/>
      <dgm:spPr/>
    </dgm:pt>
    <dgm:pt modelId="{38672731-1226-9645-8822-307A94D544AE}" type="pres">
      <dgm:prSet presAssocID="{04FDDF42-0FAA-644A-8D15-8183D9A84F30}" presName="child4Text" presStyleLbl="bgAcc1" presStyleIdx="3" presStyleCnt="4">
        <dgm:presLayoutVars>
          <dgm:bulletEnabled val="1"/>
        </dgm:presLayoutVars>
      </dgm:prSet>
      <dgm:spPr/>
    </dgm:pt>
    <dgm:pt modelId="{30F729F0-AB1A-0A47-BCAF-8A94C4D14DCD}" type="pres">
      <dgm:prSet presAssocID="{04FDDF42-0FAA-644A-8D15-8183D9A84F30}" presName="childPlaceholder" presStyleCnt="0"/>
      <dgm:spPr/>
    </dgm:pt>
    <dgm:pt modelId="{7F4B95FD-347B-7945-9D2C-B79A2D545E2E}" type="pres">
      <dgm:prSet presAssocID="{04FDDF42-0FAA-644A-8D15-8183D9A84F30}" presName="circle" presStyleCnt="0"/>
      <dgm:spPr/>
    </dgm:pt>
    <dgm:pt modelId="{F34482EE-3D71-AF45-B389-03E073C78F43}" type="pres">
      <dgm:prSet presAssocID="{04FDDF42-0FAA-644A-8D15-8183D9A84F30}" presName="quadrant1" presStyleLbl="node1" presStyleIdx="0" presStyleCnt="4">
        <dgm:presLayoutVars>
          <dgm:chMax val="1"/>
          <dgm:bulletEnabled val="1"/>
        </dgm:presLayoutVars>
      </dgm:prSet>
      <dgm:spPr/>
    </dgm:pt>
    <dgm:pt modelId="{119D0EDF-DA3C-A643-A773-3BFD64C0B29D}" type="pres">
      <dgm:prSet presAssocID="{04FDDF42-0FAA-644A-8D15-8183D9A84F30}" presName="quadrant2" presStyleLbl="node1" presStyleIdx="1" presStyleCnt="4">
        <dgm:presLayoutVars>
          <dgm:chMax val="1"/>
          <dgm:bulletEnabled val="1"/>
        </dgm:presLayoutVars>
      </dgm:prSet>
      <dgm:spPr/>
    </dgm:pt>
    <dgm:pt modelId="{7DFA25EF-503A-7243-A382-55B0AB457236}" type="pres">
      <dgm:prSet presAssocID="{04FDDF42-0FAA-644A-8D15-8183D9A84F30}" presName="quadrant3" presStyleLbl="node1" presStyleIdx="2" presStyleCnt="4">
        <dgm:presLayoutVars>
          <dgm:chMax val="1"/>
          <dgm:bulletEnabled val="1"/>
        </dgm:presLayoutVars>
      </dgm:prSet>
      <dgm:spPr/>
    </dgm:pt>
    <dgm:pt modelId="{62DC697B-3FBA-F54B-BBF1-B52C405AA56C}" type="pres">
      <dgm:prSet presAssocID="{04FDDF42-0FAA-644A-8D15-8183D9A84F30}" presName="quadrant4" presStyleLbl="node1" presStyleIdx="3" presStyleCnt="4">
        <dgm:presLayoutVars>
          <dgm:chMax val="1"/>
          <dgm:bulletEnabled val="1"/>
        </dgm:presLayoutVars>
      </dgm:prSet>
      <dgm:spPr/>
    </dgm:pt>
    <dgm:pt modelId="{814DC927-8AB2-5343-B33D-36C2BAD2CC8F}" type="pres">
      <dgm:prSet presAssocID="{04FDDF42-0FAA-644A-8D15-8183D9A84F30}" presName="quadrantPlaceholder" presStyleCnt="0"/>
      <dgm:spPr/>
    </dgm:pt>
    <dgm:pt modelId="{4672985E-C06B-1949-B627-F13AF1DBE605}" type="pres">
      <dgm:prSet presAssocID="{04FDDF42-0FAA-644A-8D15-8183D9A84F30}" presName="center1" presStyleLbl="fgShp" presStyleIdx="0" presStyleCnt="2"/>
      <dgm:spPr/>
    </dgm:pt>
    <dgm:pt modelId="{104BBD1C-A999-3540-8290-499BE0856009}" type="pres">
      <dgm:prSet presAssocID="{04FDDF42-0FAA-644A-8D15-8183D9A84F30}" presName="center2" presStyleLbl="fgShp" presStyleIdx="1" presStyleCnt="2"/>
      <dgm:spPr/>
    </dgm:pt>
  </dgm:ptLst>
  <dgm:cxnLst>
    <dgm:cxn modelId="{A8C8B20B-9BE2-DF4B-B1E2-931EE0E1BAD9}" type="presOf" srcId="{B3836BB6-B4C3-5342-8D09-1D78B601DB6D}" destId="{3FB5ABDA-3758-7D46-95AE-B24EDDD5170A}" srcOrd="1" destOrd="2" presId="urn:microsoft.com/office/officeart/2005/8/layout/cycle4"/>
    <dgm:cxn modelId="{8EC26515-92F8-294B-B4FF-7CB906B94466}" type="presOf" srcId="{5E8B1058-9A6C-2D44-BEFB-F4BD232903CF}" destId="{F34482EE-3D71-AF45-B389-03E073C78F43}" srcOrd="0" destOrd="0" presId="urn:microsoft.com/office/officeart/2005/8/layout/cycle4"/>
    <dgm:cxn modelId="{74EFDB16-6D05-AC43-925F-E17FE92514F7}" type="presOf" srcId="{E2832810-AB7D-FE42-AC95-CCDADB9C5E15}" destId="{38672731-1226-9645-8822-307A94D544AE}" srcOrd="1" destOrd="2" presId="urn:microsoft.com/office/officeart/2005/8/layout/cycle4"/>
    <dgm:cxn modelId="{C68EA91A-EF0E-A04D-ACB6-0876BDCE54E1}" type="presOf" srcId="{D17F0BC9-EE92-BA4E-97E4-6AAA610BD4ED}" destId="{38672731-1226-9645-8822-307A94D544AE}" srcOrd="1" destOrd="0" presId="urn:microsoft.com/office/officeart/2005/8/layout/cycle4"/>
    <dgm:cxn modelId="{6F85791D-6DE2-C546-8FE2-34CA2267FB12}" type="presOf" srcId="{DF016795-5A49-F44C-8AF5-6D3AB93C34ED}" destId="{63A89403-C827-224C-8C7E-3F338D2656D2}" srcOrd="0" destOrd="3" presId="urn:microsoft.com/office/officeart/2005/8/layout/cycle4"/>
    <dgm:cxn modelId="{D889041E-0FF0-3845-96F9-D618176B901D}" type="presOf" srcId="{1C935D32-61A2-2D48-8282-BF9773F47B5C}" destId="{A7165BC8-A1FE-D149-963E-B1D73FA177D2}" srcOrd="0" destOrd="3" presId="urn:microsoft.com/office/officeart/2005/8/layout/cycle4"/>
    <dgm:cxn modelId="{4124D822-5EE9-AA47-83AE-1FA615B17B87}" type="presOf" srcId="{697BFB35-7F56-E44A-BB96-E05859A21D39}" destId="{3FB5ABDA-3758-7D46-95AE-B24EDDD5170A}" srcOrd="1" destOrd="1" presId="urn:microsoft.com/office/officeart/2005/8/layout/cycle4"/>
    <dgm:cxn modelId="{3FA1B72F-53F6-FE4D-93A0-23B532E89CB7}" type="presOf" srcId="{867B4475-CDC2-7146-84B6-CA33F2237CFA}" destId="{95398D8E-89F5-934C-9A5B-C09AEF73337B}" srcOrd="0" destOrd="4" presId="urn:microsoft.com/office/officeart/2005/8/layout/cycle4"/>
    <dgm:cxn modelId="{B2E9FA30-24AE-0646-8E02-4995DF664C17}" type="presOf" srcId="{5036AAF8-36EE-C245-8C07-B7F3299D083C}" destId="{A7165BC8-A1FE-D149-963E-B1D73FA177D2}" srcOrd="0" destOrd="5" presId="urn:microsoft.com/office/officeart/2005/8/layout/cycle4"/>
    <dgm:cxn modelId="{D73A643F-EBCF-064F-AC19-87DF4F6745B4}" srcId="{4ED14F4E-E5EB-A443-906A-777665700B12}" destId="{8B295DF7-2466-2E43-A613-C5E3D66EAAA3}" srcOrd="0" destOrd="0" parTransId="{040895FF-5957-AB44-945E-71D1F62DC53F}" sibTransId="{B4E36F2A-5AE2-774B-9C71-05AD3296D0C9}"/>
    <dgm:cxn modelId="{927F6F40-8EA1-9C41-B863-DA0DC9B77D7E}" srcId="{5E8B1058-9A6C-2D44-BEFB-F4BD232903CF}" destId="{0825E6E1-565F-7748-BB73-7FC10759FBF4}" srcOrd="2" destOrd="0" parTransId="{23469308-75CA-D242-A579-8B4E0D36C41A}" sibTransId="{1AD8483A-EF1A-1A42-AA13-86A2BC82B4A9}"/>
    <dgm:cxn modelId="{6490A64C-1E4B-DF40-8648-3582C249AAA3}" srcId="{5CFFA849-429B-DE42-8648-1C675539AEBA}" destId="{697BFB35-7F56-E44A-BB96-E05859A21D39}" srcOrd="1" destOrd="0" parTransId="{2D30FBC6-3B7A-FE47-A639-A2B8DB0EC709}" sibTransId="{2A861786-4342-594A-9416-EDC78F7F1D5E}"/>
    <dgm:cxn modelId="{6F77F54E-8C09-5240-B753-3AB5E51DB55C}" srcId="{C55ED52C-4E14-9443-ADBF-E6457F4E0E09}" destId="{E6CBEA8C-8495-244D-B4D6-40F52BB0A5D0}" srcOrd="3" destOrd="0" parTransId="{56AD69C7-2B8B-D446-B143-494706B5D512}" sibTransId="{42535CB1-572B-3B40-A8E7-B3E957E77D58}"/>
    <dgm:cxn modelId="{86D10A53-6694-3F44-B414-9B464E1FB123}" srcId="{04FDDF42-0FAA-644A-8D15-8183D9A84F30}" destId="{5E8B1058-9A6C-2D44-BEFB-F4BD232903CF}" srcOrd="0" destOrd="0" parTransId="{C8CCD925-0B80-2144-918F-E705D4D606FF}" sibTransId="{F6A89EA3-A08B-B64E-A767-E8A5C4CA81B6}"/>
    <dgm:cxn modelId="{D272695A-4613-BE45-8A2B-38863236295D}" type="presOf" srcId="{04FDDF42-0FAA-644A-8D15-8183D9A84F30}" destId="{06CA1091-8608-4140-97C3-3C43B060D608}" srcOrd="0" destOrd="0" presId="urn:microsoft.com/office/officeart/2005/8/layout/cycle4"/>
    <dgm:cxn modelId="{8938D15C-39FE-D949-BC7D-496BA1A91583}" srcId="{5CFFA849-429B-DE42-8648-1C675539AEBA}" destId="{B0669A74-7209-9D4B-BD00-6635F914F82C}" srcOrd="0" destOrd="0" parTransId="{FA42DE2C-5C0F-E945-B037-CBA51EBB2D0A}" sibTransId="{2F411011-5543-264C-975C-9779768DD51D}"/>
    <dgm:cxn modelId="{ABC31B5E-F929-7A49-91B1-2635A6F2087A}" type="presOf" srcId="{C55ED52C-4E14-9443-ADBF-E6457F4E0E09}" destId="{62DC697B-3FBA-F54B-BBF1-B52C405AA56C}" srcOrd="0" destOrd="0" presId="urn:microsoft.com/office/officeart/2005/8/layout/cycle4"/>
    <dgm:cxn modelId="{4E609063-6CA1-564B-9D75-49A13F251B3C}" type="presOf" srcId="{8526F7F2-5A18-E546-9A5C-1D559102B771}" destId="{CD1904D9-EF98-3141-BA3C-EEB3205D0FB7}" srcOrd="0" destOrd="2" presId="urn:microsoft.com/office/officeart/2005/8/layout/cycle4"/>
    <dgm:cxn modelId="{603FA165-A7B6-D941-9FAC-14496DD274F5}" type="presOf" srcId="{8526F7F2-5A18-E546-9A5C-1D559102B771}" destId="{A0CEB270-5EB4-0C43-B3DC-8F31DE0E1637}" srcOrd="1" destOrd="2" presId="urn:microsoft.com/office/officeart/2005/8/layout/cycle4"/>
    <dgm:cxn modelId="{F984536A-5CFC-6441-8F7D-AC0716AD2D6E}" srcId="{5E8B1058-9A6C-2D44-BEFB-F4BD232903CF}" destId="{5036AAF8-36EE-C245-8C07-B7F3299D083C}" srcOrd="5" destOrd="0" parTransId="{763B5662-E552-4048-B150-81670D2A914D}" sibTransId="{8D6DF59D-AD32-904E-93F8-F32C919372ED}"/>
    <dgm:cxn modelId="{94869D6A-1410-2C48-B32B-A026ACAA09B6}" srcId="{4ED14F4E-E5EB-A443-906A-777665700B12}" destId="{8526F7F2-5A18-E546-9A5C-1D559102B771}" srcOrd="2" destOrd="0" parTransId="{920A417E-7FCD-8E40-8AA4-2C73DE8BA504}" sibTransId="{B0932631-1DBA-994A-A2D7-3155582FC53A}"/>
    <dgm:cxn modelId="{0223896B-AA17-B44B-B11A-ACD4A7FE6C96}" type="presOf" srcId="{EFE83348-5B4A-2B46-A952-73A0154B3BED}" destId="{61F01B9E-8462-864B-9411-752B8C04DCA8}" srcOrd="1" destOrd="0" presId="urn:microsoft.com/office/officeart/2005/8/layout/cycle4"/>
    <dgm:cxn modelId="{DD402A71-592A-DB44-9301-654ED66E3548}" type="presOf" srcId="{8D2DA5F9-FEF4-624A-B8EA-1E32CDF83CA5}" destId="{A7165BC8-A1FE-D149-963E-B1D73FA177D2}" srcOrd="0" destOrd="1" presId="urn:microsoft.com/office/officeart/2005/8/layout/cycle4"/>
    <dgm:cxn modelId="{5D1C8572-1FEE-BD44-8E2F-1D7A17C76C8E}" type="presOf" srcId="{44F4E982-2D73-3A4A-B90B-49B39A130B73}" destId="{A7165BC8-A1FE-D149-963E-B1D73FA177D2}" srcOrd="0" destOrd="4" presId="urn:microsoft.com/office/officeart/2005/8/layout/cycle4"/>
    <dgm:cxn modelId="{9AE22574-A936-0E42-85A7-538C188BDC73}" srcId="{5E8B1058-9A6C-2D44-BEFB-F4BD232903CF}" destId="{44F4E982-2D73-3A4A-B90B-49B39A130B73}" srcOrd="4" destOrd="0" parTransId="{6C1EA305-259B-F74C-B2E3-47665C762958}" sibTransId="{517E7FB7-070B-414E-9F1E-AE40F724648C}"/>
    <dgm:cxn modelId="{827AF475-6B50-3042-8B89-1D81327A2BB0}" type="presOf" srcId="{E2832810-AB7D-FE42-AC95-CCDADB9C5E15}" destId="{95398D8E-89F5-934C-9A5B-C09AEF73337B}" srcOrd="0" destOrd="2" presId="urn:microsoft.com/office/officeart/2005/8/layout/cycle4"/>
    <dgm:cxn modelId="{A4277D7B-18D3-2845-8923-ADA3EB07CE2D}" type="presOf" srcId="{835D719B-0BA0-0E4B-9224-38F4D30561F7}" destId="{CD1904D9-EF98-3141-BA3C-EEB3205D0FB7}" srcOrd="0" destOrd="1" presId="urn:microsoft.com/office/officeart/2005/8/layout/cycle4"/>
    <dgm:cxn modelId="{5A87A685-2AA1-DA44-8CF1-3C773FC16BC2}" srcId="{C55ED52C-4E14-9443-ADBF-E6457F4E0E09}" destId="{867B4475-CDC2-7146-84B6-CA33F2237CFA}" srcOrd="4" destOrd="0" parTransId="{C1E10226-73BD-004B-92CA-0A0B74734BF1}" sibTransId="{75254EB6-6370-7F40-A602-B1C6CCC58D99}"/>
    <dgm:cxn modelId="{A2CC408A-F405-254E-B64D-9745EC27EA75}" type="presOf" srcId="{867B4475-CDC2-7146-84B6-CA33F2237CFA}" destId="{38672731-1226-9645-8822-307A94D544AE}" srcOrd="1" destOrd="4" presId="urn:microsoft.com/office/officeart/2005/8/layout/cycle4"/>
    <dgm:cxn modelId="{9651338D-0229-8A41-A0EA-9E6B731792C9}" srcId="{5E8B1058-9A6C-2D44-BEFB-F4BD232903CF}" destId="{1C935D32-61A2-2D48-8282-BF9773F47B5C}" srcOrd="3" destOrd="0" parTransId="{5F73FB56-18C3-0A4C-B9C0-0D85C7A26211}" sibTransId="{BD96C80C-0853-B64F-BDE8-E378F7C30DC0}"/>
    <dgm:cxn modelId="{CA4AD495-A682-CB44-BE8F-0017B7895D3D}" srcId="{5CFFA849-429B-DE42-8648-1C675539AEBA}" destId="{DF016795-5A49-F44C-8AF5-6D3AB93C34ED}" srcOrd="3" destOrd="0" parTransId="{43FE2590-C20A-FE45-8968-E65D8A265E88}" sibTransId="{E270F04A-0A15-9E4B-B7E0-704CF4018ECF}"/>
    <dgm:cxn modelId="{A908AD96-0608-BA4F-B29F-6F955F36293C}" srcId="{5E8B1058-9A6C-2D44-BEFB-F4BD232903CF}" destId="{8D2DA5F9-FEF4-624A-B8EA-1E32CDF83CA5}" srcOrd="1" destOrd="0" parTransId="{15E73CA2-D0CC-1B43-8BCD-69616790C726}" sibTransId="{FEA952E4-20CD-A04D-BBFA-AD42B9A9788E}"/>
    <dgm:cxn modelId="{BD0BD596-CD24-064F-BC37-5A0223922A84}" type="presOf" srcId="{B3836BB6-B4C3-5342-8D09-1D78B601DB6D}" destId="{63A89403-C827-224C-8C7E-3F338D2656D2}" srcOrd="0" destOrd="2" presId="urn:microsoft.com/office/officeart/2005/8/layout/cycle4"/>
    <dgm:cxn modelId="{4DF7E298-6E1B-6E44-8EAD-9B1027C5997D}" type="presOf" srcId="{1C935D32-61A2-2D48-8282-BF9773F47B5C}" destId="{61F01B9E-8462-864B-9411-752B8C04DCA8}" srcOrd="1" destOrd="3" presId="urn:microsoft.com/office/officeart/2005/8/layout/cycle4"/>
    <dgm:cxn modelId="{336D2B9F-49CE-0141-A3D2-4175E59A77B8}" srcId="{04FDDF42-0FAA-644A-8D15-8183D9A84F30}" destId="{C55ED52C-4E14-9443-ADBF-E6457F4E0E09}" srcOrd="3" destOrd="0" parTransId="{441571A5-913D-0D48-B379-1DB2ADCEAF02}" sibTransId="{E9BB9730-2467-4241-A941-653BE419C0F9}"/>
    <dgm:cxn modelId="{F4F7C6AE-C4AE-5949-8AD4-BA8951184A65}" srcId="{04FDDF42-0FAA-644A-8D15-8183D9A84F30}" destId="{5CFFA849-429B-DE42-8648-1C675539AEBA}" srcOrd="2" destOrd="0" parTransId="{052F33EA-9C14-DF47-9B94-E45E622F213C}" sibTransId="{FAF99C5C-46D4-074A-B1E5-7D8B5CA4E5A1}"/>
    <dgm:cxn modelId="{F6C178AF-28A7-4C47-9282-92D552885BCE}" type="presOf" srcId="{066BE201-DB28-274C-9937-8D646F1DD824}" destId="{38672731-1226-9645-8822-307A94D544AE}" srcOrd="1" destOrd="1" presId="urn:microsoft.com/office/officeart/2005/8/layout/cycle4"/>
    <dgm:cxn modelId="{75EA99B3-5BD4-0240-8F9F-5ABF11B2EB14}" type="presOf" srcId="{8B295DF7-2466-2E43-A613-C5E3D66EAAA3}" destId="{CD1904D9-EF98-3141-BA3C-EEB3205D0FB7}" srcOrd="0" destOrd="0" presId="urn:microsoft.com/office/officeart/2005/8/layout/cycle4"/>
    <dgm:cxn modelId="{B930D6B9-DA77-0743-9C95-936B35F51CBC}" type="presOf" srcId="{8D2DA5F9-FEF4-624A-B8EA-1E32CDF83CA5}" destId="{61F01B9E-8462-864B-9411-752B8C04DCA8}" srcOrd="1" destOrd="1" presId="urn:microsoft.com/office/officeart/2005/8/layout/cycle4"/>
    <dgm:cxn modelId="{31B399BB-1D0F-B94B-8B90-E1BC17BEF70C}" type="presOf" srcId="{835D719B-0BA0-0E4B-9224-38F4D30561F7}" destId="{A0CEB270-5EB4-0C43-B3DC-8F31DE0E1637}" srcOrd="1" destOrd="1" presId="urn:microsoft.com/office/officeart/2005/8/layout/cycle4"/>
    <dgm:cxn modelId="{9849CFBF-6F1A-9945-BE2E-03404A1E2B76}" srcId="{C55ED52C-4E14-9443-ADBF-E6457F4E0E09}" destId="{E2832810-AB7D-FE42-AC95-CCDADB9C5E15}" srcOrd="2" destOrd="0" parTransId="{7A020643-BBAC-6245-9F07-D6E0F45E205B}" sibTransId="{CA17051B-755E-F443-A49A-3A3DB6979A85}"/>
    <dgm:cxn modelId="{0161B9C0-79F2-B64E-88A0-A63E3188E5CC}" type="presOf" srcId="{EFE83348-5B4A-2B46-A952-73A0154B3BED}" destId="{A7165BC8-A1FE-D149-963E-B1D73FA177D2}" srcOrd="0" destOrd="0" presId="urn:microsoft.com/office/officeart/2005/8/layout/cycle4"/>
    <dgm:cxn modelId="{976760C5-911D-1E48-B64A-07354175F8BD}" type="presOf" srcId="{8B295DF7-2466-2E43-A613-C5E3D66EAAA3}" destId="{A0CEB270-5EB4-0C43-B3DC-8F31DE0E1637}" srcOrd="1" destOrd="0" presId="urn:microsoft.com/office/officeart/2005/8/layout/cycle4"/>
    <dgm:cxn modelId="{3572A6C6-F2D8-4F43-A7C5-3506F900DEC2}" srcId="{C55ED52C-4E14-9443-ADBF-E6457F4E0E09}" destId="{066BE201-DB28-274C-9937-8D646F1DD824}" srcOrd="1" destOrd="0" parTransId="{395D8083-299B-D84A-8FB3-B1B6270C8AE6}" sibTransId="{7D8E53F0-37A4-CD42-B799-D4F811EFD4A3}"/>
    <dgm:cxn modelId="{0EE6E3C6-C598-8944-9962-A51A7ED76859}" type="presOf" srcId="{4ED14F4E-E5EB-A443-906A-777665700B12}" destId="{119D0EDF-DA3C-A643-A773-3BFD64C0B29D}" srcOrd="0" destOrd="0" presId="urn:microsoft.com/office/officeart/2005/8/layout/cycle4"/>
    <dgm:cxn modelId="{8CBA79C9-92E3-0C47-A2E5-9152DE2DBF6C}" type="presOf" srcId="{5036AAF8-36EE-C245-8C07-B7F3299D083C}" destId="{61F01B9E-8462-864B-9411-752B8C04DCA8}" srcOrd="1" destOrd="5" presId="urn:microsoft.com/office/officeart/2005/8/layout/cycle4"/>
    <dgm:cxn modelId="{C22E63D1-5E07-484F-83DB-BA9DB2D6E307}" type="presOf" srcId="{44F4E982-2D73-3A4A-B90B-49B39A130B73}" destId="{61F01B9E-8462-864B-9411-752B8C04DCA8}" srcOrd="1" destOrd="4" presId="urn:microsoft.com/office/officeart/2005/8/layout/cycle4"/>
    <dgm:cxn modelId="{34E28CD1-EAAF-E142-9DA5-9026D6775D8A}" type="presOf" srcId="{D17F0BC9-EE92-BA4E-97E4-6AAA610BD4ED}" destId="{95398D8E-89F5-934C-9A5B-C09AEF73337B}" srcOrd="0" destOrd="0" presId="urn:microsoft.com/office/officeart/2005/8/layout/cycle4"/>
    <dgm:cxn modelId="{E1AAE1D6-D099-604D-A752-6107350CCFA5}" type="presOf" srcId="{E6CBEA8C-8495-244D-B4D6-40F52BB0A5D0}" destId="{38672731-1226-9645-8822-307A94D544AE}" srcOrd="1" destOrd="3" presId="urn:microsoft.com/office/officeart/2005/8/layout/cycle4"/>
    <dgm:cxn modelId="{57732BDB-3104-1C45-8204-490061F75277}" srcId="{C55ED52C-4E14-9443-ADBF-E6457F4E0E09}" destId="{D17F0BC9-EE92-BA4E-97E4-6AAA610BD4ED}" srcOrd="0" destOrd="0" parTransId="{B1336320-0621-5445-AE51-D3B5B2CCA337}" sibTransId="{D6DE6609-878E-D54B-A063-BA1E93791380}"/>
    <dgm:cxn modelId="{5A4E61DC-02E4-B343-9B04-C7764A32E231}" type="presOf" srcId="{0825E6E1-565F-7748-BB73-7FC10759FBF4}" destId="{61F01B9E-8462-864B-9411-752B8C04DCA8}" srcOrd="1" destOrd="2" presId="urn:microsoft.com/office/officeart/2005/8/layout/cycle4"/>
    <dgm:cxn modelId="{1F42D2DE-D2D0-C942-B51D-EA9A024A0E23}" srcId="{5E8B1058-9A6C-2D44-BEFB-F4BD232903CF}" destId="{EFE83348-5B4A-2B46-A952-73A0154B3BED}" srcOrd="0" destOrd="0" parTransId="{735727C6-5BC6-2A41-A9CE-D257400BD8C3}" sibTransId="{1141E4E5-9770-7A49-9EF2-A6A364A251D3}"/>
    <dgm:cxn modelId="{DB2F67E1-8E67-B94B-B213-74AEE095A054}" type="presOf" srcId="{E6CBEA8C-8495-244D-B4D6-40F52BB0A5D0}" destId="{95398D8E-89F5-934C-9A5B-C09AEF73337B}" srcOrd="0" destOrd="3" presId="urn:microsoft.com/office/officeart/2005/8/layout/cycle4"/>
    <dgm:cxn modelId="{7E5F90E3-0F3B-3447-9EDF-EFF9EAD8E792}" type="presOf" srcId="{066BE201-DB28-274C-9937-8D646F1DD824}" destId="{95398D8E-89F5-934C-9A5B-C09AEF73337B}" srcOrd="0" destOrd="1" presId="urn:microsoft.com/office/officeart/2005/8/layout/cycle4"/>
    <dgm:cxn modelId="{65D4BAE5-0CF6-AD4F-B70C-E868F7F5062B}" type="presOf" srcId="{5CFFA849-429B-DE42-8648-1C675539AEBA}" destId="{7DFA25EF-503A-7243-A382-55B0AB457236}" srcOrd="0" destOrd="0" presId="urn:microsoft.com/office/officeart/2005/8/layout/cycle4"/>
    <dgm:cxn modelId="{F09F4CE7-D845-544E-8A32-3DBEFC3D7064}" type="presOf" srcId="{0825E6E1-565F-7748-BB73-7FC10759FBF4}" destId="{A7165BC8-A1FE-D149-963E-B1D73FA177D2}" srcOrd="0" destOrd="2" presId="urn:microsoft.com/office/officeart/2005/8/layout/cycle4"/>
    <dgm:cxn modelId="{B2D2C9E8-1C12-DC49-A49C-DE0617A83D04}" srcId="{04FDDF42-0FAA-644A-8D15-8183D9A84F30}" destId="{4ED14F4E-E5EB-A443-906A-777665700B12}" srcOrd="1" destOrd="0" parTransId="{50C25B15-8677-324F-9BA4-D47AA2C324DE}" sibTransId="{A8573CF2-8268-9142-AE53-0B701C39F69B}"/>
    <dgm:cxn modelId="{8DA7DAE9-8584-FB40-A174-6A53D94B8DC7}" type="presOf" srcId="{B0669A74-7209-9D4B-BD00-6635F914F82C}" destId="{3FB5ABDA-3758-7D46-95AE-B24EDDD5170A}" srcOrd="1" destOrd="0" presId="urn:microsoft.com/office/officeart/2005/8/layout/cycle4"/>
    <dgm:cxn modelId="{DB6C64EE-B8A5-FE4D-9068-63757E8B0C11}" type="presOf" srcId="{DF016795-5A49-F44C-8AF5-6D3AB93C34ED}" destId="{3FB5ABDA-3758-7D46-95AE-B24EDDD5170A}" srcOrd="1" destOrd="3" presId="urn:microsoft.com/office/officeart/2005/8/layout/cycle4"/>
    <dgm:cxn modelId="{5BE8D4EE-73DA-E346-A39F-67CFCB9B358D}" srcId="{4ED14F4E-E5EB-A443-906A-777665700B12}" destId="{835D719B-0BA0-0E4B-9224-38F4D30561F7}" srcOrd="1" destOrd="0" parTransId="{8D956AB6-AC8D-6344-AFAE-BD54ADF40CDA}" sibTransId="{C6F0F0CB-CD65-9B49-980C-C31222F65C97}"/>
    <dgm:cxn modelId="{DD775CF5-1D7E-FB40-BE2E-8915D064049F}" srcId="{5CFFA849-429B-DE42-8648-1C675539AEBA}" destId="{B3836BB6-B4C3-5342-8D09-1D78B601DB6D}" srcOrd="2" destOrd="0" parTransId="{E8346B6C-3C19-F34F-A205-C4D64C7D2642}" sibTransId="{379BF0C7-FC97-8247-92FC-264F7243B7D2}"/>
    <dgm:cxn modelId="{6923EBF8-BE1A-FF49-8672-3621047A4DF0}" type="presOf" srcId="{B0669A74-7209-9D4B-BD00-6635F914F82C}" destId="{63A89403-C827-224C-8C7E-3F338D2656D2}" srcOrd="0" destOrd="0" presId="urn:microsoft.com/office/officeart/2005/8/layout/cycle4"/>
    <dgm:cxn modelId="{94E5B9F9-1691-724C-BD7F-B7F3956546DF}" type="presOf" srcId="{697BFB35-7F56-E44A-BB96-E05859A21D39}" destId="{63A89403-C827-224C-8C7E-3F338D2656D2}" srcOrd="0" destOrd="1" presId="urn:microsoft.com/office/officeart/2005/8/layout/cycle4"/>
    <dgm:cxn modelId="{EE583625-B849-5A4E-924A-1D5A66CD6EFE}" type="presParOf" srcId="{06CA1091-8608-4140-97C3-3C43B060D608}" destId="{B307B8A4-7410-3041-A71D-577351C8F1BC}" srcOrd="0" destOrd="0" presId="urn:microsoft.com/office/officeart/2005/8/layout/cycle4"/>
    <dgm:cxn modelId="{1614FE71-1ED5-B642-8F00-CDD676D3489C}" type="presParOf" srcId="{B307B8A4-7410-3041-A71D-577351C8F1BC}" destId="{6743471E-881B-7448-A4A2-4576D6A9B725}" srcOrd="0" destOrd="0" presId="urn:microsoft.com/office/officeart/2005/8/layout/cycle4"/>
    <dgm:cxn modelId="{414EEB66-59DA-D84E-B324-7DDFE3501666}" type="presParOf" srcId="{6743471E-881B-7448-A4A2-4576D6A9B725}" destId="{A7165BC8-A1FE-D149-963E-B1D73FA177D2}" srcOrd="0" destOrd="0" presId="urn:microsoft.com/office/officeart/2005/8/layout/cycle4"/>
    <dgm:cxn modelId="{11EE8DCB-2D57-B34A-91F5-A8CC34AFD21C}" type="presParOf" srcId="{6743471E-881B-7448-A4A2-4576D6A9B725}" destId="{61F01B9E-8462-864B-9411-752B8C04DCA8}" srcOrd="1" destOrd="0" presId="urn:microsoft.com/office/officeart/2005/8/layout/cycle4"/>
    <dgm:cxn modelId="{42CF6FA1-3891-9741-A55F-D1AAF2B7B19B}" type="presParOf" srcId="{B307B8A4-7410-3041-A71D-577351C8F1BC}" destId="{15301EAA-285F-FE45-BE14-14DF90C501C9}" srcOrd="1" destOrd="0" presId="urn:microsoft.com/office/officeart/2005/8/layout/cycle4"/>
    <dgm:cxn modelId="{ADEA8A42-E923-CC4F-8123-78665D6AE282}" type="presParOf" srcId="{15301EAA-285F-FE45-BE14-14DF90C501C9}" destId="{CD1904D9-EF98-3141-BA3C-EEB3205D0FB7}" srcOrd="0" destOrd="0" presId="urn:microsoft.com/office/officeart/2005/8/layout/cycle4"/>
    <dgm:cxn modelId="{96A1F377-E125-2B4B-8163-D47A8AF401B8}" type="presParOf" srcId="{15301EAA-285F-FE45-BE14-14DF90C501C9}" destId="{A0CEB270-5EB4-0C43-B3DC-8F31DE0E1637}" srcOrd="1" destOrd="0" presId="urn:microsoft.com/office/officeart/2005/8/layout/cycle4"/>
    <dgm:cxn modelId="{FF870276-C6C9-EE44-96B9-01D076E12939}" type="presParOf" srcId="{B307B8A4-7410-3041-A71D-577351C8F1BC}" destId="{EA551260-7E3E-864E-ADE6-F52333E0142A}" srcOrd="2" destOrd="0" presId="urn:microsoft.com/office/officeart/2005/8/layout/cycle4"/>
    <dgm:cxn modelId="{C3DF0680-C159-474D-B942-DD131376DC7A}" type="presParOf" srcId="{EA551260-7E3E-864E-ADE6-F52333E0142A}" destId="{63A89403-C827-224C-8C7E-3F338D2656D2}" srcOrd="0" destOrd="0" presId="urn:microsoft.com/office/officeart/2005/8/layout/cycle4"/>
    <dgm:cxn modelId="{F63CC560-41B3-6C44-A78C-CFB902630E2B}" type="presParOf" srcId="{EA551260-7E3E-864E-ADE6-F52333E0142A}" destId="{3FB5ABDA-3758-7D46-95AE-B24EDDD5170A}" srcOrd="1" destOrd="0" presId="urn:microsoft.com/office/officeart/2005/8/layout/cycle4"/>
    <dgm:cxn modelId="{967C4BDC-E76D-B54B-BEBB-7D09112E2E80}" type="presParOf" srcId="{B307B8A4-7410-3041-A71D-577351C8F1BC}" destId="{3ECE384E-9E6E-5B42-A9EA-E2C54C956D20}" srcOrd="3" destOrd="0" presId="urn:microsoft.com/office/officeart/2005/8/layout/cycle4"/>
    <dgm:cxn modelId="{F1C34E9E-8A12-DE4C-A85C-0AAD790C5F4E}" type="presParOf" srcId="{3ECE384E-9E6E-5B42-A9EA-E2C54C956D20}" destId="{95398D8E-89F5-934C-9A5B-C09AEF73337B}" srcOrd="0" destOrd="0" presId="urn:microsoft.com/office/officeart/2005/8/layout/cycle4"/>
    <dgm:cxn modelId="{60A2FDEA-50BC-A242-8CA8-BAE40F123D0D}" type="presParOf" srcId="{3ECE384E-9E6E-5B42-A9EA-E2C54C956D20}" destId="{38672731-1226-9645-8822-307A94D544AE}" srcOrd="1" destOrd="0" presId="urn:microsoft.com/office/officeart/2005/8/layout/cycle4"/>
    <dgm:cxn modelId="{9FF725BA-E72A-DA4C-87DB-1EF2623BD669}" type="presParOf" srcId="{B307B8A4-7410-3041-A71D-577351C8F1BC}" destId="{30F729F0-AB1A-0A47-BCAF-8A94C4D14DCD}" srcOrd="4" destOrd="0" presId="urn:microsoft.com/office/officeart/2005/8/layout/cycle4"/>
    <dgm:cxn modelId="{58764E39-9577-7347-9AE8-04606F288D34}" type="presParOf" srcId="{06CA1091-8608-4140-97C3-3C43B060D608}" destId="{7F4B95FD-347B-7945-9D2C-B79A2D545E2E}" srcOrd="1" destOrd="0" presId="urn:microsoft.com/office/officeart/2005/8/layout/cycle4"/>
    <dgm:cxn modelId="{61F56716-81CD-9448-B3F2-D9BD74CD9F8C}" type="presParOf" srcId="{7F4B95FD-347B-7945-9D2C-B79A2D545E2E}" destId="{F34482EE-3D71-AF45-B389-03E073C78F43}" srcOrd="0" destOrd="0" presId="urn:microsoft.com/office/officeart/2005/8/layout/cycle4"/>
    <dgm:cxn modelId="{67D83ABE-2452-B446-BF17-0349B6207D70}" type="presParOf" srcId="{7F4B95FD-347B-7945-9D2C-B79A2D545E2E}" destId="{119D0EDF-DA3C-A643-A773-3BFD64C0B29D}" srcOrd="1" destOrd="0" presId="urn:microsoft.com/office/officeart/2005/8/layout/cycle4"/>
    <dgm:cxn modelId="{2CA48287-1B81-0C44-8F31-33BF0EB90C7F}" type="presParOf" srcId="{7F4B95FD-347B-7945-9D2C-B79A2D545E2E}" destId="{7DFA25EF-503A-7243-A382-55B0AB457236}" srcOrd="2" destOrd="0" presId="urn:microsoft.com/office/officeart/2005/8/layout/cycle4"/>
    <dgm:cxn modelId="{58A9A916-0835-894A-BEDA-2C137020C285}" type="presParOf" srcId="{7F4B95FD-347B-7945-9D2C-B79A2D545E2E}" destId="{62DC697B-3FBA-F54B-BBF1-B52C405AA56C}" srcOrd="3" destOrd="0" presId="urn:microsoft.com/office/officeart/2005/8/layout/cycle4"/>
    <dgm:cxn modelId="{1FE4C9F3-0013-1444-A926-E68CDD22DA28}" type="presParOf" srcId="{7F4B95FD-347B-7945-9D2C-B79A2D545E2E}" destId="{814DC927-8AB2-5343-B33D-36C2BAD2CC8F}" srcOrd="4" destOrd="0" presId="urn:microsoft.com/office/officeart/2005/8/layout/cycle4"/>
    <dgm:cxn modelId="{25D6F054-B23C-304A-8BE9-E4F0A73DD4D9}" type="presParOf" srcId="{06CA1091-8608-4140-97C3-3C43B060D608}" destId="{4672985E-C06B-1949-B627-F13AF1DBE605}" srcOrd="2" destOrd="0" presId="urn:microsoft.com/office/officeart/2005/8/layout/cycle4"/>
    <dgm:cxn modelId="{613C646B-2D3E-6540-AED9-D4D02D1BC484}" type="presParOf" srcId="{06CA1091-8608-4140-97C3-3C43B060D608}" destId="{104BBD1C-A999-3540-8290-499BE0856009}"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CD7D2-1E28-7547-A6EA-287B9E0F66A3}">
      <dsp:nvSpPr>
        <dsp:cNvPr id="0" name=""/>
        <dsp:cNvSpPr/>
      </dsp:nvSpPr>
      <dsp:spPr>
        <a:xfrm>
          <a:off x="1959" y="0"/>
          <a:ext cx="1922859" cy="54186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b="1" i="0" kern="1200" dirty="0">
              <a:solidFill>
                <a:schemeClr val="tx1"/>
              </a:solidFill>
              <a:effectLst/>
              <a:latin typeface="+mn-lt"/>
            </a:rPr>
            <a:t>🏛️ Public Trust &amp; Service Excellence</a:t>
          </a:r>
          <a:endParaRPr lang="en-GB" sz="1400" kern="1200" dirty="0">
            <a:solidFill>
              <a:schemeClr val="tx1"/>
            </a:solidFill>
            <a:latin typeface="+mn-lt"/>
          </a:endParaRPr>
        </a:p>
      </dsp:txBody>
      <dsp:txXfrm>
        <a:off x="1959" y="0"/>
        <a:ext cx="1922859" cy="1625600"/>
      </dsp:txXfrm>
    </dsp:sp>
    <dsp:sp modelId="{1E768E69-FECC-864F-BD22-ADA92D39C518}">
      <dsp:nvSpPr>
        <dsp:cNvPr id="0" name=""/>
        <dsp:cNvSpPr/>
      </dsp:nvSpPr>
      <dsp:spPr>
        <a:xfrm>
          <a:off x="194245" y="1626063"/>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5K</a:t>
          </a:r>
        </a:p>
        <a:p>
          <a:pPr marL="0" lvl="0" indent="0" algn="ctr" defTabSz="488950">
            <a:lnSpc>
              <a:spcPct val="90000"/>
            </a:lnSpc>
            <a:spcBef>
              <a:spcPct val="0"/>
            </a:spcBef>
            <a:spcAft>
              <a:spcPct val="35000"/>
            </a:spcAft>
            <a:buNone/>
          </a:pPr>
          <a:r>
            <a:rPr lang="en-SG" sz="1100" b="0" i="0" kern="1200" dirty="0"/>
            <a:t>Monthly Active</a:t>
          </a:r>
          <a:br>
            <a:rPr lang="en-SG" sz="1100" b="0" i="0" kern="1200" dirty="0"/>
          </a:br>
          <a:r>
            <a:rPr lang="en-SG" sz="1100" b="0" i="0" kern="1200" dirty="0"/>
            <a:t>Users (12 </a:t>
          </a:r>
          <a:r>
            <a:rPr lang="en-SG" sz="1100" b="0" i="0" kern="1200" dirty="0" err="1"/>
            <a:t>mths</a:t>
          </a:r>
          <a:r>
            <a:rPr lang="en-SG" sz="1100" b="0" i="0" kern="1200" dirty="0"/>
            <a:t>)</a:t>
          </a:r>
        </a:p>
        <a:p>
          <a:pPr marL="0" lvl="0" indent="0" algn="ctr" defTabSz="488950">
            <a:lnSpc>
              <a:spcPct val="90000"/>
            </a:lnSpc>
            <a:spcBef>
              <a:spcPct val="0"/>
            </a:spcBef>
            <a:spcAft>
              <a:spcPct val="35000"/>
            </a:spcAft>
            <a:buNone/>
          </a:pPr>
          <a:r>
            <a:rPr lang="en-SG" sz="1100" b="0" i="1" kern="1200" dirty="0"/>
            <a:t>App analytics</a:t>
          </a:r>
          <a:endParaRPr lang="en-GB" sz="1100" kern="1200" dirty="0"/>
        </a:p>
      </dsp:txBody>
      <dsp:txXfrm>
        <a:off x="225425" y="1657243"/>
        <a:ext cx="1475927" cy="1002191"/>
      </dsp:txXfrm>
    </dsp:sp>
    <dsp:sp modelId="{DAEF1971-B19E-4441-BBFA-1316D2099B7A}">
      <dsp:nvSpPr>
        <dsp:cNvPr id="0" name=""/>
        <dsp:cNvSpPr/>
      </dsp:nvSpPr>
      <dsp:spPr>
        <a:xfrm>
          <a:off x="194245" y="2854391"/>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&lt;0.5mm</a:t>
          </a:r>
        </a:p>
        <a:p>
          <a:pPr marL="0" lvl="0" indent="0" algn="ctr" defTabSz="488950">
            <a:lnSpc>
              <a:spcPct val="90000"/>
            </a:lnSpc>
            <a:spcBef>
              <a:spcPct val="0"/>
            </a:spcBef>
            <a:spcAft>
              <a:spcPct val="35000"/>
            </a:spcAft>
            <a:buNone/>
          </a:pPr>
          <a:r>
            <a:rPr lang="en-SG" sz="1100" b="0" i="0" kern="1200" dirty="0"/>
            <a:t>Forecast vs Actual</a:t>
          </a:r>
          <a:br>
            <a:rPr lang="en-SG" sz="1100" b="0" i="0" kern="1200" dirty="0"/>
          </a:br>
          <a:r>
            <a:rPr lang="en-SG" sz="1100" b="0" i="0" kern="1200" dirty="0"/>
            <a:t>Deviation (MAE)</a:t>
          </a:r>
        </a:p>
        <a:p>
          <a:pPr marL="0" lvl="0" indent="0" algn="ctr" defTabSz="488950">
            <a:lnSpc>
              <a:spcPct val="90000"/>
            </a:lnSpc>
            <a:spcBef>
              <a:spcPct val="0"/>
            </a:spcBef>
            <a:spcAft>
              <a:spcPct val="35000"/>
            </a:spcAft>
            <a:buNone/>
          </a:pPr>
          <a:r>
            <a:rPr lang="en-SG" sz="1100" b="0" i="1" kern="1200" dirty="0"/>
            <a:t>Prediction vs actual readings</a:t>
          </a:r>
          <a:endParaRPr lang="en-GB" sz="1100" kern="1200" dirty="0"/>
        </a:p>
      </dsp:txBody>
      <dsp:txXfrm>
        <a:off x="225425" y="2885571"/>
        <a:ext cx="1475927" cy="1002191"/>
      </dsp:txXfrm>
    </dsp:sp>
    <dsp:sp modelId="{5A8C4805-2A62-1944-AF22-ECF389245F22}">
      <dsp:nvSpPr>
        <dsp:cNvPr id="0" name=""/>
        <dsp:cNvSpPr/>
      </dsp:nvSpPr>
      <dsp:spPr>
        <a:xfrm>
          <a:off x="194245" y="4082719"/>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≥60% </a:t>
          </a:r>
          <a:br>
            <a:rPr lang="en-SG" sz="1100" b="1" i="0" kern="1200" dirty="0"/>
          </a:br>
          <a:r>
            <a:rPr lang="en-SG" sz="1100" b="0" i="0" kern="1200" dirty="0"/>
            <a:t>Repeat Usage</a:t>
          </a:r>
          <a:br>
            <a:rPr lang="en-SG" sz="1100" b="0" i="0" kern="1200" dirty="0"/>
          </a:br>
          <a:r>
            <a:rPr lang="en-SG" sz="1100" b="0" i="0" kern="1200" dirty="0"/>
            <a:t>Rate (7-day) </a:t>
          </a:r>
          <a:r>
            <a:rPr lang="en-SG" sz="1100" b="0" i="1" kern="1200" dirty="0"/>
            <a:t>Returning users within 7 days</a:t>
          </a:r>
          <a:endParaRPr lang="en-GB" sz="1100" kern="1200" dirty="0"/>
        </a:p>
      </dsp:txBody>
      <dsp:txXfrm>
        <a:off x="225425" y="4113899"/>
        <a:ext cx="1475927" cy="1002191"/>
      </dsp:txXfrm>
    </dsp:sp>
    <dsp:sp modelId="{B3FB66F8-303C-F445-A0BF-3D5BAE638020}">
      <dsp:nvSpPr>
        <dsp:cNvPr id="0" name=""/>
        <dsp:cNvSpPr/>
      </dsp:nvSpPr>
      <dsp:spPr>
        <a:xfrm>
          <a:off x="2069033" y="0"/>
          <a:ext cx="1922859" cy="54186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b="1" i="0" kern="1200" dirty="0"/>
            <a:t>⚙️ Operational Efficiency</a:t>
          </a:r>
          <a:endParaRPr lang="en-GB" sz="1400" kern="1200" dirty="0"/>
        </a:p>
      </dsp:txBody>
      <dsp:txXfrm>
        <a:off x="2069033" y="0"/>
        <a:ext cx="1922859" cy="1625600"/>
      </dsp:txXfrm>
    </dsp:sp>
    <dsp:sp modelId="{3DC49931-8BB0-1D49-94B9-1DC339B7D974}">
      <dsp:nvSpPr>
        <dsp:cNvPr id="0" name=""/>
        <dsp:cNvSpPr/>
      </dsp:nvSpPr>
      <dsp:spPr>
        <a:xfrm>
          <a:off x="2261319" y="1626063"/>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≥90%</a:t>
          </a:r>
        </a:p>
        <a:p>
          <a:pPr marL="0" lvl="0" indent="0" algn="ctr" defTabSz="488950">
            <a:lnSpc>
              <a:spcPct val="90000"/>
            </a:lnSpc>
            <a:spcBef>
              <a:spcPct val="0"/>
            </a:spcBef>
            <a:spcAft>
              <a:spcPct val="35000"/>
            </a:spcAft>
            <a:buNone/>
          </a:pPr>
          <a:r>
            <a:rPr lang="en-SG" sz="1100" b="0" i="0" kern="1200" dirty="0"/>
            <a:t>Forecasting</a:t>
          </a:r>
          <a:br>
            <a:rPr lang="en-SG" sz="1100" b="0" i="0" kern="1200" dirty="0"/>
          </a:br>
          <a:r>
            <a:rPr lang="en-SG" sz="1100" b="0" i="0" kern="1200" dirty="0"/>
            <a:t>Automation Rate</a:t>
          </a:r>
        </a:p>
        <a:p>
          <a:pPr marL="0" lvl="0" indent="0" algn="ctr" defTabSz="488950">
            <a:lnSpc>
              <a:spcPct val="90000"/>
            </a:lnSpc>
            <a:spcBef>
              <a:spcPct val="0"/>
            </a:spcBef>
            <a:spcAft>
              <a:spcPct val="35000"/>
            </a:spcAft>
            <a:buNone/>
          </a:pPr>
          <a:r>
            <a:rPr lang="en-SG" sz="1100" b="0" i="1" kern="1200" dirty="0"/>
            <a:t>No manual intervention</a:t>
          </a:r>
          <a:endParaRPr lang="en-GB" sz="1100" kern="1200" dirty="0"/>
        </a:p>
      </dsp:txBody>
      <dsp:txXfrm>
        <a:off x="2292499" y="1657243"/>
        <a:ext cx="1475927" cy="1002191"/>
      </dsp:txXfrm>
    </dsp:sp>
    <dsp:sp modelId="{FD1F0C01-C826-4044-8F30-B52343CA0228}">
      <dsp:nvSpPr>
        <dsp:cNvPr id="0" name=""/>
        <dsp:cNvSpPr/>
      </dsp:nvSpPr>
      <dsp:spPr>
        <a:xfrm>
          <a:off x="2261319" y="2854391"/>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99.5%</a:t>
          </a:r>
        </a:p>
        <a:p>
          <a:pPr marL="0" lvl="0" indent="0" algn="ctr" defTabSz="488950">
            <a:lnSpc>
              <a:spcPct val="90000"/>
            </a:lnSpc>
            <a:spcBef>
              <a:spcPct val="0"/>
            </a:spcBef>
            <a:spcAft>
              <a:spcPct val="35000"/>
            </a:spcAft>
            <a:buNone/>
          </a:pPr>
          <a:r>
            <a:rPr lang="en-SG" sz="1100" b="0" i="0" kern="1200" dirty="0"/>
            <a:t>Pipeline</a:t>
          </a:r>
          <a:br>
            <a:rPr lang="en-SG" sz="1100" b="0" i="0" kern="1200" dirty="0"/>
          </a:br>
          <a:r>
            <a:rPr lang="en-SG" sz="1100" b="0" i="0" kern="1200" dirty="0"/>
            <a:t>Uptime</a:t>
          </a:r>
        </a:p>
        <a:p>
          <a:pPr marL="0" lvl="0" indent="0" algn="ctr" defTabSz="488950">
            <a:lnSpc>
              <a:spcPct val="90000"/>
            </a:lnSpc>
            <a:spcBef>
              <a:spcPct val="0"/>
            </a:spcBef>
            <a:spcAft>
              <a:spcPct val="35000"/>
            </a:spcAft>
            <a:buNone/>
          </a:pPr>
          <a:r>
            <a:rPr lang="en-SG" sz="1100" b="0" i="1" kern="1200" dirty="0"/>
            <a:t>Monitoring dashboard</a:t>
          </a:r>
          <a:endParaRPr lang="en-GB" sz="1100" kern="1200" dirty="0"/>
        </a:p>
      </dsp:txBody>
      <dsp:txXfrm>
        <a:off x="2292499" y="2885571"/>
        <a:ext cx="1475927" cy="1002191"/>
      </dsp:txXfrm>
    </dsp:sp>
    <dsp:sp modelId="{3D67AB09-57F8-8A46-A774-95A3514CE879}">
      <dsp:nvSpPr>
        <dsp:cNvPr id="0" name=""/>
        <dsp:cNvSpPr/>
      </dsp:nvSpPr>
      <dsp:spPr>
        <a:xfrm>
          <a:off x="2261319" y="4082719"/>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&lt;5min</a:t>
          </a:r>
        </a:p>
        <a:p>
          <a:pPr marL="0" lvl="0" indent="0" algn="ctr" defTabSz="488950">
            <a:lnSpc>
              <a:spcPct val="90000"/>
            </a:lnSpc>
            <a:spcBef>
              <a:spcPct val="0"/>
            </a:spcBef>
            <a:spcAft>
              <a:spcPct val="35000"/>
            </a:spcAft>
            <a:buNone/>
          </a:pPr>
          <a:r>
            <a:rPr lang="en-SG" sz="1100" b="0" i="0" kern="1200" dirty="0"/>
            <a:t>Anomaly-to-Alert</a:t>
          </a:r>
          <a:br>
            <a:rPr lang="en-SG" sz="1100" b="0" i="0" kern="1200" dirty="0"/>
          </a:br>
          <a:r>
            <a:rPr lang="en-SG" sz="1100" b="0" i="0" kern="1200" dirty="0"/>
            <a:t>Response Time</a:t>
          </a:r>
        </a:p>
        <a:p>
          <a:pPr marL="0" lvl="0" indent="0" algn="ctr" defTabSz="488950">
            <a:lnSpc>
              <a:spcPct val="90000"/>
            </a:lnSpc>
            <a:spcBef>
              <a:spcPct val="0"/>
            </a:spcBef>
            <a:spcAft>
              <a:spcPct val="35000"/>
            </a:spcAft>
            <a:buNone/>
          </a:pPr>
          <a:r>
            <a:rPr lang="en-SG" sz="1100" b="0" i="1" kern="1200" dirty="0"/>
            <a:t>Data anomaly to notification</a:t>
          </a:r>
          <a:endParaRPr lang="en-GB" sz="1100" kern="1200" dirty="0"/>
        </a:p>
      </dsp:txBody>
      <dsp:txXfrm>
        <a:off x="2292499" y="4113899"/>
        <a:ext cx="1475927" cy="1002191"/>
      </dsp:txXfrm>
    </dsp:sp>
    <dsp:sp modelId="{5FA1FE17-F084-4141-99E3-96544E561DBE}">
      <dsp:nvSpPr>
        <dsp:cNvPr id="0" name=""/>
        <dsp:cNvSpPr/>
      </dsp:nvSpPr>
      <dsp:spPr>
        <a:xfrm>
          <a:off x="4136107" y="0"/>
          <a:ext cx="1922859" cy="54186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b="1" i="0" kern="1200" dirty="0"/>
            <a:t>📊 Data-Driven Governance</a:t>
          </a:r>
          <a:endParaRPr lang="en-GB" sz="1400" kern="1200" dirty="0"/>
        </a:p>
      </dsp:txBody>
      <dsp:txXfrm>
        <a:off x="4136107" y="0"/>
        <a:ext cx="1922859" cy="1625600"/>
      </dsp:txXfrm>
    </dsp:sp>
    <dsp:sp modelId="{030D010C-CEFD-854E-B65E-F8C6A8281F9D}">
      <dsp:nvSpPr>
        <dsp:cNvPr id="0" name=""/>
        <dsp:cNvSpPr/>
      </dsp:nvSpPr>
      <dsp:spPr>
        <a:xfrm>
          <a:off x="4328393" y="1626063"/>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a:t>
          </a:r>
        </a:p>
        <a:p>
          <a:pPr marL="0" lvl="0" indent="0" algn="ctr" defTabSz="488950">
            <a:lnSpc>
              <a:spcPct val="90000"/>
            </a:lnSpc>
            <a:spcBef>
              <a:spcPct val="0"/>
            </a:spcBef>
            <a:spcAft>
              <a:spcPct val="35000"/>
            </a:spcAft>
            <a:buNone/>
          </a:pPr>
          <a:r>
            <a:rPr lang="en-SG" sz="1100" b="0" i="0" kern="1200" dirty="0"/>
            <a:t>Search Query</a:t>
          </a:r>
          <a:br>
            <a:rPr lang="en-SG" sz="1100" b="0" i="0" kern="1200" dirty="0"/>
          </a:br>
          <a:r>
            <a:rPr lang="en-SG" sz="1100" b="0" i="0" kern="1200" dirty="0"/>
            <a:t>Volume Trend</a:t>
          </a:r>
        </a:p>
        <a:p>
          <a:pPr marL="0" lvl="0" indent="0" algn="ctr" defTabSz="488950">
            <a:lnSpc>
              <a:spcPct val="90000"/>
            </a:lnSpc>
            <a:spcBef>
              <a:spcPct val="0"/>
            </a:spcBef>
            <a:spcAft>
              <a:spcPct val="35000"/>
            </a:spcAft>
            <a:buNone/>
          </a:pPr>
          <a:r>
            <a:rPr lang="en-SG" sz="1100" b="0" i="1" kern="1200" dirty="0"/>
            <a:t>Monthly API logs</a:t>
          </a:r>
          <a:endParaRPr lang="en-GB" sz="1100" kern="1200" dirty="0"/>
        </a:p>
      </dsp:txBody>
      <dsp:txXfrm>
        <a:off x="4359573" y="1657243"/>
        <a:ext cx="1475927" cy="1002191"/>
      </dsp:txXfrm>
    </dsp:sp>
    <dsp:sp modelId="{D7279525-F960-5E4B-A2B1-CF8ED8FCBF72}">
      <dsp:nvSpPr>
        <dsp:cNvPr id="0" name=""/>
        <dsp:cNvSpPr/>
      </dsp:nvSpPr>
      <dsp:spPr>
        <a:xfrm>
          <a:off x="4328393" y="2854391"/>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Top 50</a:t>
          </a:r>
        </a:p>
        <a:p>
          <a:pPr marL="0" lvl="0" indent="0" algn="ctr" defTabSz="488950">
            <a:lnSpc>
              <a:spcPct val="90000"/>
            </a:lnSpc>
            <a:spcBef>
              <a:spcPct val="0"/>
            </a:spcBef>
            <a:spcAft>
              <a:spcPct val="35000"/>
            </a:spcAft>
            <a:buNone/>
          </a:pPr>
          <a:r>
            <a:rPr lang="en-SG" sz="1100" b="0" i="0" kern="1200" dirty="0"/>
            <a:t>Searched</a:t>
          </a:r>
          <a:br>
            <a:rPr lang="en-SG" sz="1100" b="0" i="0" kern="1200" dirty="0"/>
          </a:br>
          <a:r>
            <a:rPr lang="en-SG" sz="1100" b="0" i="0" kern="1200" dirty="0"/>
            <a:t>Locations</a:t>
          </a:r>
        </a:p>
        <a:p>
          <a:pPr marL="0" lvl="0" indent="0" algn="ctr" defTabSz="488950">
            <a:lnSpc>
              <a:spcPct val="90000"/>
            </a:lnSpc>
            <a:spcBef>
              <a:spcPct val="0"/>
            </a:spcBef>
            <a:spcAft>
              <a:spcPct val="35000"/>
            </a:spcAft>
            <a:buNone/>
          </a:pPr>
          <a:r>
            <a:rPr lang="en-SG" sz="1100" b="0" i="1" kern="1200" dirty="0"/>
            <a:t>Aggregated search analytics</a:t>
          </a:r>
          <a:endParaRPr lang="en-GB" sz="1100" kern="1200" dirty="0"/>
        </a:p>
      </dsp:txBody>
      <dsp:txXfrm>
        <a:off x="4359573" y="2885571"/>
        <a:ext cx="1475927" cy="1002191"/>
      </dsp:txXfrm>
    </dsp:sp>
    <dsp:sp modelId="{73F6188A-22EA-3D44-B7DB-FA26A893B1A1}">
      <dsp:nvSpPr>
        <dsp:cNvPr id="0" name=""/>
        <dsp:cNvSpPr/>
      </dsp:nvSpPr>
      <dsp:spPr>
        <a:xfrm>
          <a:off x="4328393" y="4082719"/>
          <a:ext cx="1538287" cy="10645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1" i="0" kern="1200" dirty="0"/>
            <a:t>≥80%</a:t>
          </a:r>
        </a:p>
        <a:p>
          <a:pPr marL="0" lvl="0" indent="0" algn="ctr" defTabSz="488950">
            <a:lnSpc>
              <a:spcPct val="90000"/>
            </a:lnSpc>
            <a:spcBef>
              <a:spcPct val="0"/>
            </a:spcBef>
            <a:spcAft>
              <a:spcPct val="35000"/>
            </a:spcAft>
            <a:buNone/>
          </a:pPr>
          <a:r>
            <a:rPr lang="en-SG" sz="1100" b="0" i="0" kern="1200" dirty="0"/>
            <a:t>Sensor</a:t>
          </a:r>
          <a:br>
            <a:rPr lang="en-SG" sz="1100" b="0" i="0" kern="1200" dirty="0"/>
          </a:br>
          <a:r>
            <a:rPr lang="en-SG" sz="1100" b="0" i="0" kern="1200" dirty="0"/>
            <a:t>Utilisation Rate</a:t>
          </a:r>
        </a:p>
        <a:p>
          <a:pPr marL="0" lvl="0" indent="0" algn="ctr" defTabSz="488950">
            <a:lnSpc>
              <a:spcPct val="90000"/>
            </a:lnSpc>
            <a:spcBef>
              <a:spcPct val="0"/>
            </a:spcBef>
            <a:spcAft>
              <a:spcPct val="35000"/>
            </a:spcAft>
            <a:buNone/>
          </a:pPr>
          <a:r>
            <a:rPr lang="en-SG" sz="1100" b="0" i="1" kern="1200" dirty="0"/>
            <a:t>% of NEA sensors consumed</a:t>
          </a:r>
          <a:endParaRPr lang="en-GB" sz="1100" kern="1200" dirty="0"/>
        </a:p>
      </dsp:txBody>
      <dsp:txXfrm>
        <a:off x="4359573" y="4113899"/>
        <a:ext cx="1475927" cy="1002191"/>
      </dsp:txXfrm>
    </dsp:sp>
    <dsp:sp modelId="{8046C23A-C82A-E345-966A-7AE41D3B1BDA}">
      <dsp:nvSpPr>
        <dsp:cNvPr id="0" name=""/>
        <dsp:cNvSpPr/>
      </dsp:nvSpPr>
      <dsp:spPr>
        <a:xfrm>
          <a:off x="6203181" y="0"/>
          <a:ext cx="1922859" cy="54186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SG" sz="1400" b="1" i="0" kern="1200" dirty="0"/>
            <a:t>🇸🇬 Smart Nation Alignment</a:t>
          </a:r>
          <a:endParaRPr lang="en-GB" sz="1400" kern="1200" dirty="0"/>
        </a:p>
      </dsp:txBody>
      <dsp:txXfrm>
        <a:off x="6203181" y="0"/>
        <a:ext cx="1922859" cy="1625600"/>
      </dsp:txXfrm>
    </dsp:sp>
    <dsp:sp modelId="{4B3F5719-0225-7846-B6FE-2B7FA2D5F942}">
      <dsp:nvSpPr>
        <dsp:cNvPr id="0" name=""/>
        <dsp:cNvSpPr/>
      </dsp:nvSpPr>
      <dsp:spPr>
        <a:xfrm>
          <a:off x="6395466" y="1627187"/>
          <a:ext cx="1538287" cy="16338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0" i="0" kern="1200" dirty="0"/>
            <a:t>Open Data</a:t>
          </a:r>
          <a:br>
            <a:rPr lang="en-SG" sz="1100" b="0" i="0" kern="1200" dirty="0"/>
          </a:br>
          <a:r>
            <a:rPr lang="en-SG" sz="1100" b="0" i="0" kern="1200" dirty="0"/>
            <a:t>API Published</a:t>
          </a:r>
        </a:p>
        <a:p>
          <a:pPr marL="0" lvl="0" indent="0" algn="ctr" defTabSz="488950">
            <a:lnSpc>
              <a:spcPct val="90000"/>
            </a:lnSpc>
            <a:spcBef>
              <a:spcPct val="0"/>
            </a:spcBef>
            <a:spcAft>
              <a:spcPct val="35000"/>
            </a:spcAft>
            <a:buNone/>
          </a:pPr>
          <a:r>
            <a:rPr lang="en-SG" sz="1100" b="0" i="1" kern="1200" dirty="0" err="1"/>
            <a:t>data.gov.sg</a:t>
          </a:r>
          <a:r>
            <a:rPr lang="en-SG" sz="1100" b="0" i="1" kern="1200" dirty="0"/>
            <a:t> listing</a:t>
          </a:r>
          <a:endParaRPr lang="en-GB" sz="1100" kern="1200" dirty="0"/>
        </a:p>
      </dsp:txBody>
      <dsp:txXfrm>
        <a:off x="6440521" y="1672242"/>
        <a:ext cx="1448177" cy="1543692"/>
      </dsp:txXfrm>
    </dsp:sp>
    <dsp:sp modelId="{F68BE754-D9BF-E943-9113-90B95EF31ADC}">
      <dsp:nvSpPr>
        <dsp:cNvPr id="0" name=""/>
        <dsp:cNvSpPr/>
      </dsp:nvSpPr>
      <dsp:spPr>
        <a:xfrm>
          <a:off x="6395466" y="3512343"/>
          <a:ext cx="1538287" cy="16338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SG" sz="1100" b="0" i="0" kern="1200" dirty="0"/>
            <a:t>AI Model</a:t>
          </a:r>
          <a:br>
            <a:rPr lang="en-SG" sz="1100" b="0" i="0" kern="1200" dirty="0"/>
          </a:br>
          <a:r>
            <a:rPr lang="en-SG" sz="1100" b="0" i="0" kern="1200" dirty="0"/>
            <a:t>Transparency</a:t>
          </a:r>
        </a:p>
        <a:p>
          <a:pPr marL="0" lvl="0" indent="0" algn="ctr" defTabSz="488950">
            <a:lnSpc>
              <a:spcPct val="90000"/>
            </a:lnSpc>
            <a:spcBef>
              <a:spcPct val="0"/>
            </a:spcBef>
            <a:spcAft>
              <a:spcPct val="35000"/>
            </a:spcAft>
            <a:buNone/>
          </a:pPr>
          <a:r>
            <a:rPr lang="en-SG" sz="1100" b="0" i="1" kern="1200" dirty="0"/>
            <a:t>Model card publication</a:t>
          </a:r>
          <a:endParaRPr lang="en-GB" sz="1100" kern="1200" dirty="0"/>
        </a:p>
      </dsp:txBody>
      <dsp:txXfrm>
        <a:off x="6440521" y="3557398"/>
        <a:ext cx="1448177" cy="15436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3B3F36-9C42-2045-A8E3-2764487B3689}">
      <dsp:nvSpPr>
        <dsp:cNvPr id="0" name=""/>
        <dsp:cNvSpPr/>
      </dsp:nvSpPr>
      <dsp:spPr>
        <a:xfrm>
          <a:off x="3218" y="283444"/>
          <a:ext cx="3138183" cy="662400"/>
        </a:xfrm>
        <a:prstGeom prst="rect">
          <a:avLst/>
        </a:prstGeom>
        <a:solidFill>
          <a:schemeClr val="accent6">
            <a:shade val="80000"/>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Collect Raw Data</a:t>
          </a:r>
        </a:p>
      </dsp:txBody>
      <dsp:txXfrm>
        <a:off x="3218" y="283444"/>
        <a:ext cx="3138183" cy="662400"/>
      </dsp:txXfrm>
    </dsp:sp>
    <dsp:sp modelId="{C55F5BBF-2352-7D4F-B389-5A3F8D58A903}">
      <dsp:nvSpPr>
        <dsp:cNvPr id="0" name=""/>
        <dsp:cNvSpPr/>
      </dsp:nvSpPr>
      <dsp:spPr>
        <a:xfrm>
          <a:off x="3218" y="945844"/>
          <a:ext cx="3138183" cy="4293179"/>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Font typeface="+mj-lt"/>
            <a:buAutoNum type="arabicPeriod"/>
          </a:pPr>
          <a:r>
            <a:rPr lang="en-SG" sz="2300" kern="1200" dirty="0"/>
            <a:t>Cloud Images from Japan satellite (Himarwari-8/9) </a:t>
          </a:r>
          <a:endParaRPr lang="en-GB" sz="2300" kern="1200" dirty="0"/>
        </a:p>
        <a:p>
          <a:pPr marL="228600" lvl="1" indent="-228600" algn="l" defTabSz="1022350">
            <a:lnSpc>
              <a:spcPct val="90000"/>
            </a:lnSpc>
            <a:spcBef>
              <a:spcPct val="0"/>
            </a:spcBef>
            <a:spcAft>
              <a:spcPct val="15000"/>
            </a:spcAft>
            <a:buFont typeface="+mj-lt"/>
            <a:buAutoNum type="arabicPeriod"/>
          </a:pPr>
          <a:r>
            <a:rPr lang="en-SG" sz="2300" kern="1200" dirty="0"/>
            <a:t>Raining, temperature, humanity and PM2.5 from </a:t>
          </a:r>
          <a:r>
            <a:rPr lang="en-SG" sz="2300" kern="1200" dirty="0">
              <a:hlinkClick xmlns:r="http://schemas.openxmlformats.org/officeDocument/2006/relationships" r:id="rId1"/>
            </a:rPr>
            <a:t>data.gov.sg</a:t>
          </a:r>
          <a:endParaRPr lang="en-SG" sz="2300" kern="1200" dirty="0"/>
        </a:p>
        <a:p>
          <a:pPr marL="228600" lvl="1" indent="-228600" algn="l" defTabSz="1022350">
            <a:lnSpc>
              <a:spcPct val="90000"/>
            </a:lnSpc>
            <a:spcBef>
              <a:spcPct val="0"/>
            </a:spcBef>
            <a:spcAft>
              <a:spcPct val="15000"/>
            </a:spcAft>
            <a:buFont typeface="+mj-lt"/>
            <a:buAutoNum type="arabicPeriod"/>
          </a:pPr>
          <a:r>
            <a:rPr lang="en-SG" sz="2300" kern="1200" dirty="0"/>
            <a:t>All data will be kept in data lake (S3 bucket) for pre-processing processing</a:t>
          </a:r>
        </a:p>
      </dsp:txBody>
      <dsp:txXfrm>
        <a:off x="3218" y="945844"/>
        <a:ext cx="3138183" cy="4293179"/>
      </dsp:txXfrm>
    </dsp:sp>
    <dsp:sp modelId="{942742C8-FCD0-314B-B57B-14E3276CD660}">
      <dsp:nvSpPr>
        <dsp:cNvPr id="0" name=""/>
        <dsp:cNvSpPr/>
      </dsp:nvSpPr>
      <dsp:spPr>
        <a:xfrm>
          <a:off x="3580747" y="283444"/>
          <a:ext cx="3138183" cy="662400"/>
        </a:xfrm>
        <a:prstGeom prst="rect">
          <a:avLst/>
        </a:prstGeom>
        <a:solidFill>
          <a:schemeClr val="accent6">
            <a:shade val="80000"/>
            <a:hueOff val="191133"/>
            <a:satOff val="-14282"/>
            <a:lumOff val="15728"/>
            <a:alphaOff val="0"/>
          </a:schemeClr>
        </a:solidFill>
        <a:ln w="19050" cap="flat" cmpd="sng" algn="ctr">
          <a:solidFill>
            <a:schemeClr val="accent6">
              <a:shade val="80000"/>
              <a:hueOff val="191133"/>
              <a:satOff val="-14282"/>
              <a:lumOff val="157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Pre-Processing</a:t>
          </a:r>
        </a:p>
      </dsp:txBody>
      <dsp:txXfrm>
        <a:off x="3580747" y="283444"/>
        <a:ext cx="3138183" cy="662400"/>
      </dsp:txXfrm>
    </dsp:sp>
    <dsp:sp modelId="{94232916-FD00-FB42-9ED7-576D4391AF9E}">
      <dsp:nvSpPr>
        <dsp:cNvPr id="0" name=""/>
        <dsp:cNvSpPr/>
      </dsp:nvSpPr>
      <dsp:spPr>
        <a:xfrm>
          <a:off x="3580747" y="945844"/>
          <a:ext cx="3138183" cy="4293179"/>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Cleansing</a:t>
          </a:r>
        </a:p>
        <a:p>
          <a:pPr marL="228600" lvl="1" indent="-228600" algn="l" defTabSz="1022350">
            <a:lnSpc>
              <a:spcPct val="90000"/>
            </a:lnSpc>
            <a:spcBef>
              <a:spcPct val="0"/>
            </a:spcBef>
            <a:spcAft>
              <a:spcPct val="15000"/>
            </a:spcAft>
            <a:buChar char="•"/>
          </a:pPr>
          <a:r>
            <a:rPr lang="en-GB" sz="2300" kern="1200" dirty="0"/>
            <a:t>Timestamp Alignment Strategy (Resample to unified frequency)</a:t>
          </a:r>
        </a:p>
        <a:p>
          <a:pPr marL="228600" lvl="1" indent="-228600" algn="l" defTabSz="1022350">
            <a:lnSpc>
              <a:spcPct val="90000"/>
            </a:lnSpc>
            <a:spcBef>
              <a:spcPct val="0"/>
            </a:spcBef>
            <a:spcAft>
              <a:spcPct val="15000"/>
            </a:spcAft>
            <a:buChar char="•"/>
          </a:pPr>
          <a:r>
            <a:rPr lang="en-GB" sz="2300" kern="1200" dirty="0"/>
            <a:t>Model Training Strategy</a:t>
          </a:r>
        </a:p>
      </dsp:txBody>
      <dsp:txXfrm>
        <a:off x="3580747" y="945844"/>
        <a:ext cx="3138183" cy="4293179"/>
      </dsp:txXfrm>
    </dsp:sp>
    <dsp:sp modelId="{7661EAD8-9BE7-C74F-B355-2BB881871613}">
      <dsp:nvSpPr>
        <dsp:cNvPr id="0" name=""/>
        <dsp:cNvSpPr/>
      </dsp:nvSpPr>
      <dsp:spPr>
        <a:xfrm>
          <a:off x="7158276" y="283444"/>
          <a:ext cx="3138183" cy="662400"/>
        </a:xfrm>
        <a:prstGeom prst="rect">
          <a:avLst/>
        </a:prstGeom>
        <a:solidFill>
          <a:schemeClr val="accent6">
            <a:shade val="80000"/>
            <a:hueOff val="382266"/>
            <a:satOff val="-28565"/>
            <a:lumOff val="31456"/>
            <a:alphaOff val="0"/>
          </a:schemeClr>
        </a:solidFill>
        <a:ln w="19050" cap="flat" cmpd="sng" algn="ctr">
          <a:solidFill>
            <a:schemeClr val="accent6">
              <a:shade val="80000"/>
              <a:hueOff val="382266"/>
              <a:satOff val="-28565"/>
              <a:lumOff val="314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Forecast</a:t>
          </a:r>
        </a:p>
      </dsp:txBody>
      <dsp:txXfrm>
        <a:off x="7158276" y="283444"/>
        <a:ext cx="3138183" cy="662400"/>
      </dsp:txXfrm>
    </dsp:sp>
    <dsp:sp modelId="{34B09715-79F8-9443-8D4D-D719FFBCFAB0}">
      <dsp:nvSpPr>
        <dsp:cNvPr id="0" name=""/>
        <dsp:cNvSpPr/>
      </dsp:nvSpPr>
      <dsp:spPr>
        <a:xfrm>
          <a:off x="7158276" y="945844"/>
          <a:ext cx="3138183" cy="4293179"/>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Forecast based on the user’s enquire</a:t>
          </a:r>
        </a:p>
        <a:p>
          <a:pPr marL="228600" lvl="1" indent="-228600" algn="l" defTabSz="1022350">
            <a:lnSpc>
              <a:spcPct val="90000"/>
            </a:lnSpc>
            <a:spcBef>
              <a:spcPct val="0"/>
            </a:spcBef>
            <a:spcAft>
              <a:spcPct val="15000"/>
            </a:spcAft>
            <a:buChar char="•"/>
          </a:pPr>
          <a:r>
            <a:rPr lang="en-GB" sz="2300" kern="1200" dirty="0"/>
            <a:t>Store the data (location, forecast outcome and user account for further improvement on accuracy of the model</a:t>
          </a:r>
        </a:p>
      </dsp:txBody>
      <dsp:txXfrm>
        <a:off x="7158276" y="945844"/>
        <a:ext cx="3138183" cy="42931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91D5C-A093-C642-B9B4-360AF5F863EE}">
      <dsp:nvSpPr>
        <dsp:cNvPr id="0" name=""/>
        <dsp:cNvSpPr/>
      </dsp:nvSpPr>
      <dsp:spPr>
        <a:xfrm>
          <a:off x="2332896" y="2225"/>
          <a:ext cx="1768916" cy="8844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SG" sz="1100" b="0" i="0" kern="1200" dirty="0">
              <a:solidFill>
                <a:srgbClr val="F1F5F9"/>
              </a:solidFill>
              <a:effectLst/>
              <a:latin typeface="Inter"/>
            </a:rPr>
            <a:t>🛰️</a:t>
          </a:r>
          <a:endParaRPr lang="en-SG" sz="1100" b="1" i="0" kern="1200" dirty="0">
            <a:solidFill>
              <a:srgbClr val="F1F5F9"/>
            </a:solidFill>
            <a:effectLst/>
            <a:latin typeface="Inter"/>
          </a:endParaRPr>
        </a:p>
        <a:p>
          <a:pPr marL="0" lvl="0" indent="0" algn="ctr" defTabSz="488950">
            <a:lnSpc>
              <a:spcPct val="90000"/>
            </a:lnSpc>
            <a:spcBef>
              <a:spcPct val="0"/>
            </a:spcBef>
            <a:spcAft>
              <a:spcPct val="35000"/>
            </a:spcAft>
            <a:buNone/>
          </a:pPr>
          <a:r>
            <a:rPr lang="en-SG" sz="1100" b="1" i="0" kern="1200" dirty="0">
              <a:solidFill>
                <a:srgbClr val="F1F5F9"/>
              </a:solidFill>
              <a:effectLst/>
              <a:latin typeface="Inter"/>
            </a:rPr>
            <a:t>Himawari-9</a:t>
          </a:r>
        </a:p>
        <a:p>
          <a:pPr marL="0" lvl="0" indent="0" algn="ctr" defTabSz="488950">
            <a:lnSpc>
              <a:spcPct val="90000"/>
            </a:lnSpc>
            <a:spcBef>
              <a:spcPct val="0"/>
            </a:spcBef>
            <a:spcAft>
              <a:spcPct val="35000"/>
            </a:spcAft>
            <a:buNone/>
          </a:pPr>
          <a:r>
            <a:rPr lang="en-SG" sz="1100" b="0" i="0" kern="1200" dirty="0">
              <a:solidFill>
                <a:srgbClr val="94A3B8"/>
              </a:solidFill>
              <a:effectLst/>
              <a:latin typeface="Inter"/>
            </a:rPr>
            <a:t>Satellite Data Source</a:t>
          </a:r>
          <a:endParaRPr lang="en-GB" sz="1100" kern="1200" dirty="0"/>
        </a:p>
      </dsp:txBody>
      <dsp:txXfrm>
        <a:off x="2358801" y="28130"/>
        <a:ext cx="1717106" cy="832648"/>
      </dsp:txXfrm>
    </dsp:sp>
    <dsp:sp modelId="{1D03A679-05D9-0E40-A6AD-79C05427DA0E}">
      <dsp:nvSpPr>
        <dsp:cNvPr id="0" name=""/>
        <dsp:cNvSpPr/>
      </dsp:nvSpPr>
      <dsp:spPr>
        <a:xfrm rot="2700000">
          <a:off x="3606094" y="1139065"/>
          <a:ext cx="921302" cy="3095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3698962" y="1200977"/>
        <a:ext cx="735566" cy="185736"/>
      </dsp:txXfrm>
    </dsp:sp>
    <dsp:sp modelId="{D3C7859D-56CB-F340-94CE-469B0D6F6C86}">
      <dsp:nvSpPr>
        <dsp:cNvPr id="0" name=""/>
        <dsp:cNvSpPr/>
      </dsp:nvSpPr>
      <dsp:spPr>
        <a:xfrm>
          <a:off x="4031678" y="1701007"/>
          <a:ext cx="1768916" cy="8844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SG" sz="1100" b="0" i="0" kern="1200" dirty="0">
              <a:solidFill>
                <a:srgbClr val="F1F5F9"/>
              </a:solidFill>
              <a:effectLst/>
              <a:latin typeface="Inter"/>
            </a:rPr>
            <a:t>📡</a:t>
          </a:r>
          <a:endParaRPr lang="en-SG" sz="1100" b="1" i="0" kern="1200" dirty="0">
            <a:solidFill>
              <a:srgbClr val="F1F5F9"/>
            </a:solidFill>
            <a:effectLst/>
            <a:latin typeface="Inter"/>
          </a:endParaRPr>
        </a:p>
        <a:p>
          <a:pPr marL="0" lvl="0" indent="0" algn="ctr" defTabSz="488950">
            <a:lnSpc>
              <a:spcPct val="90000"/>
            </a:lnSpc>
            <a:spcBef>
              <a:spcPct val="0"/>
            </a:spcBef>
            <a:spcAft>
              <a:spcPct val="35000"/>
            </a:spcAft>
            <a:buNone/>
          </a:pPr>
          <a:r>
            <a:rPr lang="en-SG" sz="1100" b="1" i="0" kern="1200" dirty="0">
              <a:solidFill>
                <a:srgbClr val="F1F5F9"/>
              </a:solidFill>
              <a:effectLst/>
              <a:latin typeface="Inter"/>
            </a:rPr>
            <a:t>NEA API</a:t>
          </a:r>
        </a:p>
        <a:p>
          <a:pPr marL="0" lvl="0" indent="0" algn="ctr" defTabSz="488950">
            <a:lnSpc>
              <a:spcPct val="90000"/>
            </a:lnSpc>
            <a:spcBef>
              <a:spcPct val="0"/>
            </a:spcBef>
            <a:spcAft>
              <a:spcPct val="35000"/>
            </a:spcAft>
            <a:buNone/>
          </a:pPr>
          <a:r>
            <a:rPr lang="en-SG" sz="1100" b="0" i="0" kern="1200" dirty="0">
              <a:solidFill>
                <a:srgbClr val="94A3B8"/>
              </a:solidFill>
              <a:effectLst/>
              <a:latin typeface="Inter"/>
            </a:rPr>
            <a:t>Sensor Data Source</a:t>
          </a:r>
          <a:endParaRPr lang="en-GB" sz="1100" kern="1200" dirty="0"/>
        </a:p>
      </dsp:txBody>
      <dsp:txXfrm>
        <a:off x="4057583" y="1726912"/>
        <a:ext cx="1717106" cy="832648"/>
      </dsp:txXfrm>
    </dsp:sp>
    <dsp:sp modelId="{3C15C426-90E3-B842-857E-24835E5C300A}">
      <dsp:nvSpPr>
        <dsp:cNvPr id="0" name=""/>
        <dsp:cNvSpPr/>
      </dsp:nvSpPr>
      <dsp:spPr>
        <a:xfrm rot="8100000">
          <a:off x="3606094" y="2837848"/>
          <a:ext cx="921302" cy="3095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rot="10800000">
        <a:off x="3698962" y="2899760"/>
        <a:ext cx="735566" cy="185736"/>
      </dsp:txXfrm>
    </dsp:sp>
    <dsp:sp modelId="{F7CBEAA6-E18D-9F4B-A1A3-07D0BB7D926F}">
      <dsp:nvSpPr>
        <dsp:cNvPr id="0" name=""/>
        <dsp:cNvSpPr/>
      </dsp:nvSpPr>
      <dsp:spPr>
        <a:xfrm>
          <a:off x="2332896" y="3399790"/>
          <a:ext cx="1768916" cy="8844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SG" sz="1100" b="0" i="0" kern="1200" dirty="0">
              <a:solidFill>
                <a:srgbClr val="F1F5F9"/>
              </a:solidFill>
              <a:effectLst/>
              <a:latin typeface="Inter"/>
            </a:rPr>
            <a:t>🧠</a:t>
          </a:r>
          <a:endParaRPr lang="en-SG" sz="1100" b="1" i="0" kern="1200" dirty="0">
            <a:solidFill>
              <a:srgbClr val="F1F5F9"/>
            </a:solidFill>
            <a:effectLst/>
            <a:latin typeface="Inter"/>
          </a:endParaRPr>
        </a:p>
        <a:p>
          <a:pPr marL="0" lvl="0" indent="0" algn="ctr" defTabSz="488950">
            <a:lnSpc>
              <a:spcPct val="90000"/>
            </a:lnSpc>
            <a:spcBef>
              <a:spcPct val="0"/>
            </a:spcBef>
            <a:spcAft>
              <a:spcPct val="35000"/>
            </a:spcAft>
            <a:buNone/>
          </a:pPr>
          <a:r>
            <a:rPr lang="en-SG" sz="1100" b="1" i="0" kern="1200" dirty="0">
              <a:solidFill>
                <a:srgbClr val="F1F5F9"/>
              </a:solidFill>
              <a:effectLst/>
              <a:latin typeface="Inter"/>
            </a:rPr>
            <a:t>CNN+LSTM</a:t>
          </a:r>
        </a:p>
        <a:p>
          <a:pPr marL="0" lvl="0" indent="0" algn="ctr" defTabSz="488950">
            <a:lnSpc>
              <a:spcPct val="90000"/>
            </a:lnSpc>
            <a:spcBef>
              <a:spcPct val="0"/>
            </a:spcBef>
            <a:spcAft>
              <a:spcPct val="35000"/>
            </a:spcAft>
            <a:buNone/>
          </a:pPr>
          <a:r>
            <a:rPr lang="en-SG" sz="1100" b="0" i="0" kern="1200" dirty="0">
              <a:solidFill>
                <a:srgbClr val="94A3B8"/>
              </a:solidFill>
              <a:effectLst/>
              <a:latin typeface="Inter"/>
            </a:rPr>
            <a:t>Fusion Model</a:t>
          </a:r>
          <a:endParaRPr lang="en-GB" sz="1100" kern="1200" dirty="0"/>
        </a:p>
      </dsp:txBody>
      <dsp:txXfrm>
        <a:off x="2358801" y="3425695"/>
        <a:ext cx="1717106" cy="832648"/>
      </dsp:txXfrm>
    </dsp:sp>
    <dsp:sp modelId="{9C0D4289-AC7D-F747-B874-D5C7F774CCD5}">
      <dsp:nvSpPr>
        <dsp:cNvPr id="0" name=""/>
        <dsp:cNvSpPr/>
      </dsp:nvSpPr>
      <dsp:spPr>
        <a:xfrm rot="13500000">
          <a:off x="1907311" y="2837848"/>
          <a:ext cx="921302" cy="3095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rot="10800000">
        <a:off x="2000179" y="2899760"/>
        <a:ext cx="735566" cy="185736"/>
      </dsp:txXfrm>
    </dsp:sp>
    <dsp:sp modelId="{20B89C94-F0B4-0846-8AA1-1342BC9BA874}">
      <dsp:nvSpPr>
        <dsp:cNvPr id="0" name=""/>
        <dsp:cNvSpPr/>
      </dsp:nvSpPr>
      <dsp:spPr>
        <a:xfrm>
          <a:off x="634113" y="1701007"/>
          <a:ext cx="1768916" cy="8844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SG" sz="1100" b="0" i="0" kern="1200" dirty="0">
              <a:solidFill>
                <a:srgbClr val="F1F5F9"/>
              </a:solidFill>
              <a:effectLst/>
              <a:latin typeface="Inter"/>
            </a:rPr>
            <a:t>⚡</a:t>
          </a:r>
          <a:endParaRPr lang="en-SG" sz="1100" b="1" i="0" kern="1200" dirty="0">
            <a:solidFill>
              <a:srgbClr val="F1F5F9"/>
            </a:solidFill>
            <a:effectLst/>
            <a:latin typeface="Inter"/>
          </a:endParaRPr>
        </a:p>
        <a:p>
          <a:pPr marL="0" lvl="0" indent="0" algn="ctr" defTabSz="488950">
            <a:lnSpc>
              <a:spcPct val="90000"/>
            </a:lnSpc>
            <a:spcBef>
              <a:spcPct val="0"/>
            </a:spcBef>
            <a:spcAft>
              <a:spcPct val="35000"/>
            </a:spcAft>
            <a:buNone/>
          </a:pPr>
          <a:r>
            <a:rPr lang="en-SG" sz="1100" b="1" i="0" kern="1200" dirty="0">
              <a:solidFill>
                <a:srgbClr val="F1F5F9"/>
              </a:solidFill>
              <a:effectLst/>
              <a:latin typeface="Inter"/>
            </a:rPr>
            <a:t>&lt;200ms</a:t>
          </a:r>
        </a:p>
        <a:p>
          <a:pPr marL="0" lvl="0" indent="0" algn="ctr" defTabSz="488950">
            <a:lnSpc>
              <a:spcPct val="90000"/>
            </a:lnSpc>
            <a:spcBef>
              <a:spcPct val="0"/>
            </a:spcBef>
            <a:spcAft>
              <a:spcPct val="35000"/>
            </a:spcAft>
            <a:buNone/>
          </a:pPr>
          <a:r>
            <a:rPr lang="en-SG" sz="1100" b="0" i="0" kern="1200" dirty="0">
              <a:solidFill>
                <a:srgbClr val="94A3B8"/>
              </a:solidFill>
              <a:effectLst/>
              <a:latin typeface="Inter"/>
            </a:rPr>
            <a:t>Prediction Speed</a:t>
          </a:r>
          <a:endParaRPr lang="en-GB" sz="1100" kern="1200" dirty="0"/>
        </a:p>
      </dsp:txBody>
      <dsp:txXfrm>
        <a:off x="660018" y="1726912"/>
        <a:ext cx="1717106" cy="832648"/>
      </dsp:txXfrm>
    </dsp:sp>
    <dsp:sp modelId="{DB27BBB5-9455-3B4E-9573-F7D943A5162A}">
      <dsp:nvSpPr>
        <dsp:cNvPr id="0" name=""/>
        <dsp:cNvSpPr/>
      </dsp:nvSpPr>
      <dsp:spPr>
        <a:xfrm rot="18900000">
          <a:off x="1907311" y="1139065"/>
          <a:ext cx="921302" cy="3095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2000179" y="1200977"/>
        <a:ext cx="735566" cy="1857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C36BC9-37A4-D047-B815-BB8E84FDC948}">
      <dsp:nvSpPr>
        <dsp:cNvPr id="0" name=""/>
        <dsp:cNvSpPr/>
      </dsp:nvSpPr>
      <dsp:spPr>
        <a:xfrm>
          <a:off x="5164675" y="1985374"/>
          <a:ext cx="3119873" cy="3119873"/>
        </a:xfrm>
        <a:prstGeom prst="gear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SG" sz="1200" b="1" i="0" kern="1200" dirty="0"/>
            <a:t>Satellite Data</a:t>
          </a:r>
          <a:endParaRPr lang="en-GB" sz="1200" kern="1200" dirty="0"/>
        </a:p>
      </dsp:txBody>
      <dsp:txXfrm>
        <a:off x="5791908" y="2716189"/>
        <a:ext cx="1865407" cy="1603680"/>
      </dsp:txXfrm>
    </dsp:sp>
    <dsp:sp modelId="{0B85E169-C301-BB40-B51C-13859141A57F}">
      <dsp:nvSpPr>
        <dsp:cNvPr id="0" name=""/>
        <dsp:cNvSpPr/>
      </dsp:nvSpPr>
      <dsp:spPr>
        <a:xfrm>
          <a:off x="4767600" y="3914023"/>
          <a:ext cx="1985374" cy="11912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a:t>Himawari-9 infrared imagery from JAXA FTP</a:t>
          </a:r>
          <a:endParaRPr lang="en-GB" sz="900" kern="1200" dirty="0"/>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a:t>Batch download + incremental updates</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a:t>Auto-crop Singapore region</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a:t>Parallel download (xargs -P)</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err="1"/>
            <a:t>NetCDF</a:t>
          </a:r>
          <a:r>
            <a:rPr lang="en-SG" sz="900" b="0" i="0" kern="1200" dirty="0"/>
            <a:t> → NumPy conversion</a:t>
          </a:r>
        </a:p>
      </dsp:txBody>
      <dsp:txXfrm>
        <a:off x="4802490" y="3948913"/>
        <a:ext cx="1915594" cy="1121444"/>
      </dsp:txXfrm>
    </dsp:sp>
    <dsp:sp modelId="{D2A278FB-E022-5745-B629-668B255BB594}">
      <dsp:nvSpPr>
        <dsp:cNvPr id="0" name=""/>
        <dsp:cNvSpPr/>
      </dsp:nvSpPr>
      <dsp:spPr>
        <a:xfrm>
          <a:off x="3349475" y="1247949"/>
          <a:ext cx="2268999" cy="2268999"/>
        </a:xfrm>
        <a:prstGeom prst="gear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SG" sz="1200" b="1" i="0" kern="1200" dirty="0"/>
            <a:t>Sensor Data</a:t>
          </a:r>
          <a:endParaRPr lang="en-GB" sz="1200" kern="1200" dirty="0"/>
        </a:p>
      </dsp:txBody>
      <dsp:txXfrm>
        <a:off x="3920702" y="1822629"/>
        <a:ext cx="1126545" cy="1119639"/>
      </dsp:txXfrm>
    </dsp:sp>
    <dsp:sp modelId="{C94675DC-4D07-5742-B33E-FC19585A7B13}">
      <dsp:nvSpPr>
        <dsp:cNvPr id="0" name=""/>
        <dsp:cNvSpPr/>
      </dsp:nvSpPr>
      <dsp:spPr>
        <a:xfrm>
          <a:off x="4540700" y="794149"/>
          <a:ext cx="1985374" cy="11912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a:t>NEA API: Temperature, Humidity, Rainfall, PM2.5</a:t>
          </a:r>
          <a:endParaRPr lang="en-GB" sz="900" kern="1200" dirty="0"/>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a:t>SSL certificate verification</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a:t>Auto-resample to 10-min intervals</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a:t>Smart timestamp alignment (UTC ↔ SGT)</a:t>
          </a:r>
        </a:p>
        <a:p>
          <a:pPr marL="57150" lvl="1" indent="-57150" algn="l" defTabSz="400050">
            <a:lnSpc>
              <a:spcPct val="90000"/>
            </a:lnSpc>
            <a:spcBef>
              <a:spcPct val="0"/>
            </a:spcBef>
            <a:spcAft>
              <a:spcPct val="15000"/>
            </a:spcAft>
            <a:buFont typeface="Arial" panose="020B0604020202020204" pitchFamily="34" charset="0"/>
            <a:buChar char="•"/>
          </a:pPr>
          <a:r>
            <a:rPr lang="en-SG" sz="900" b="0" i="0" kern="1200" dirty="0"/>
            <a:t>100% satellite-sensor data parity</a:t>
          </a:r>
        </a:p>
      </dsp:txBody>
      <dsp:txXfrm>
        <a:off x="4575590" y="829039"/>
        <a:ext cx="1915594" cy="1121444"/>
      </dsp:txXfrm>
    </dsp:sp>
    <dsp:sp modelId="{0131C5F6-45DB-2E47-96CC-9D81D906170D}">
      <dsp:nvSpPr>
        <dsp:cNvPr id="0" name=""/>
        <dsp:cNvSpPr/>
      </dsp:nvSpPr>
      <dsp:spPr>
        <a:xfrm>
          <a:off x="5355550" y="1429102"/>
          <a:ext cx="3837444" cy="3837444"/>
        </a:xfrm>
        <a:prstGeom prst="circularArrow">
          <a:avLst>
            <a:gd name="adj1" fmla="val 4878"/>
            <a:gd name="adj2" fmla="val 312630"/>
            <a:gd name="adj3" fmla="val 3238913"/>
            <a:gd name="adj4" fmla="val 15095173"/>
            <a:gd name="adj5" fmla="val 569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B91A37-1B73-8E49-8451-D1B9A0633F84}">
      <dsp:nvSpPr>
        <dsp:cNvPr id="0" name=""/>
        <dsp:cNvSpPr/>
      </dsp:nvSpPr>
      <dsp:spPr>
        <a:xfrm>
          <a:off x="2947640" y="739562"/>
          <a:ext cx="2901482" cy="2901482"/>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79E6D-154E-BE4E-9A65-1A5EDF031E25}">
      <dsp:nvSpPr>
        <dsp:cNvPr id="0" name=""/>
        <dsp:cNvSpPr/>
      </dsp:nvSpPr>
      <dsp:spPr>
        <a:xfrm>
          <a:off x="0"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38BDF8"/>
              </a:solidFill>
              <a:effectLst/>
              <a:latin typeface="Inter"/>
            </a:rPr>
            <a:t>📥</a:t>
          </a:r>
          <a:r>
            <a:rPr lang="en-SG" sz="1200" b="0" i="0" kern="1200" dirty="0">
              <a:solidFill>
                <a:srgbClr val="38BDF8"/>
              </a:solidFill>
              <a:effectLst/>
              <a:latin typeface="Inter"/>
            </a:rPr>
            <a:t> </a:t>
          </a:r>
          <a:r>
            <a:rPr lang="en-GB" sz="1200" kern="1200" dirty="0"/>
            <a:t>Download</a:t>
          </a:r>
        </a:p>
      </dsp:txBody>
      <dsp:txXfrm>
        <a:off x="13897" y="13897"/>
        <a:ext cx="1215451" cy="446695"/>
      </dsp:txXfrm>
    </dsp:sp>
    <dsp:sp modelId="{46D1E8EC-7EEA-2B4C-919F-04C5EB34F21A}">
      <dsp:nvSpPr>
        <dsp:cNvPr id="0" name=""/>
        <dsp:cNvSpPr/>
      </dsp:nvSpPr>
      <dsp:spPr>
        <a:xfrm>
          <a:off x="1367569" y="83082"/>
          <a:ext cx="263568" cy="308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1367569" y="144747"/>
        <a:ext cx="184498" cy="184994"/>
      </dsp:txXfrm>
    </dsp:sp>
    <dsp:sp modelId="{D15B45D1-7E2F-F94C-802A-51561DDF71FD}">
      <dsp:nvSpPr>
        <dsp:cNvPr id="0" name=""/>
        <dsp:cNvSpPr/>
      </dsp:nvSpPr>
      <dsp:spPr>
        <a:xfrm>
          <a:off x="1740543"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FBBF24"/>
              </a:solidFill>
              <a:effectLst/>
              <a:latin typeface="Inter"/>
            </a:rPr>
            <a:t>🔧</a:t>
          </a:r>
          <a:r>
            <a:rPr lang="en-SG" sz="1200" b="0" i="0" kern="1200" dirty="0">
              <a:solidFill>
                <a:srgbClr val="FBBF24"/>
              </a:solidFill>
              <a:effectLst/>
              <a:latin typeface="Inter"/>
            </a:rPr>
            <a:t> </a:t>
          </a:r>
          <a:r>
            <a:rPr lang="en-GB" sz="1200" kern="1200" dirty="0" err="1"/>
            <a:t>PreProcess</a:t>
          </a:r>
          <a:endParaRPr lang="en-GB" sz="1200" kern="1200" dirty="0"/>
        </a:p>
      </dsp:txBody>
      <dsp:txXfrm>
        <a:off x="1754440" y="13897"/>
        <a:ext cx="1215451" cy="446695"/>
      </dsp:txXfrm>
    </dsp:sp>
    <dsp:sp modelId="{49FE114F-848D-5049-A13A-A259E21222BB}">
      <dsp:nvSpPr>
        <dsp:cNvPr id="0" name=""/>
        <dsp:cNvSpPr/>
      </dsp:nvSpPr>
      <dsp:spPr>
        <a:xfrm>
          <a:off x="3108113" y="83082"/>
          <a:ext cx="263568" cy="308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3108113" y="144747"/>
        <a:ext cx="184498" cy="184994"/>
      </dsp:txXfrm>
    </dsp:sp>
    <dsp:sp modelId="{200D280F-8108-5448-ADAA-FFDA78EF6D45}">
      <dsp:nvSpPr>
        <dsp:cNvPr id="0" name=""/>
        <dsp:cNvSpPr/>
      </dsp:nvSpPr>
      <dsp:spPr>
        <a:xfrm>
          <a:off x="3481087"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F472B6"/>
              </a:solidFill>
              <a:effectLst/>
              <a:latin typeface="Inter"/>
            </a:rPr>
            <a:t>🧠 </a:t>
          </a:r>
          <a:r>
            <a:rPr lang="en-GB" sz="1200" kern="1200" dirty="0"/>
            <a:t>Train</a:t>
          </a:r>
        </a:p>
      </dsp:txBody>
      <dsp:txXfrm>
        <a:off x="3494984" y="13897"/>
        <a:ext cx="1215451" cy="446695"/>
      </dsp:txXfrm>
    </dsp:sp>
    <dsp:sp modelId="{32CA762D-B703-0644-B2FE-3E3950C503FD}">
      <dsp:nvSpPr>
        <dsp:cNvPr id="0" name=""/>
        <dsp:cNvSpPr/>
      </dsp:nvSpPr>
      <dsp:spPr>
        <a:xfrm>
          <a:off x="4848656" y="83082"/>
          <a:ext cx="263568" cy="308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4848656" y="144747"/>
        <a:ext cx="184498" cy="184994"/>
      </dsp:txXfrm>
    </dsp:sp>
    <dsp:sp modelId="{3C0023AD-A2FC-FE44-AF0C-D79B738B77D8}">
      <dsp:nvSpPr>
        <dsp:cNvPr id="0" name=""/>
        <dsp:cNvSpPr/>
      </dsp:nvSpPr>
      <dsp:spPr>
        <a:xfrm>
          <a:off x="5221630"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A78BFA"/>
              </a:solidFill>
              <a:effectLst/>
              <a:latin typeface="Inter"/>
            </a:rPr>
            <a:t>📊</a:t>
          </a:r>
          <a:r>
            <a:rPr lang="en-SG" sz="1200" b="0" i="0" kern="1200" dirty="0">
              <a:solidFill>
                <a:srgbClr val="A78BFA"/>
              </a:solidFill>
              <a:effectLst/>
              <a:latin typeface="Inter"/>
            </a:rPr>
            <a:t> </a:t>
          </a:r>
          <a:r>
            <a:rPr lang="en-US" sz="1200" kern="1200" dirty="0"/>
            <a:t>Evaluate</a:t>
          </a:r>
        </a:p>
      </dsp:txBody>
      <dsp:txXfrm>
        <a:off x="5235527" y="13897"/>
        <a:ext cx="1215451" cy="446695"/>
      </dsp:txXfrm>
    </dsp:sp>
    <dsp:sp modelId="{3BA2A990-DFCC-0A4D-AFC4-47FD05836540}">
      <dsp:nvSpPr>
        <dsp:cNvPr id="0" name=""/>
        <dsp:cNvSpPr/>
      </dsp:nvSpPr>
      <dsp:spPr>
        <a:xfrm>
          <a:off x="6589200" y="83082"/>
          <a:ext cx="263568" cy="308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6589200" y="144747"/>
        <a:ext cx="184498" cy="184994"/>
      </dsp:txXfrm>
    </dsp:sp>
    <dsp:sp modelId="{630C2F84-C630-154D-A838-EAD0FA2568FB}">
      <dsp:nvSpPr>
        <dsp:cNvPr id="0" name=""/>
        <dsp:cNvSpPr/>
      </dsp:nvSpPr>
      <dsp:spPr>
        <a:xfrm>
          <a:off x="6962174"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34D399"/>
              </a:solidFill>
              <a:effectLst/>
              <a:latin typeface="Inter"/>
            </a:rPr>
            <a:t>📄</a:t>
          </a:r>
          <a:r>
            <a:rPr lang="en-SG" sz="1200" b="0" i="0" kern="1200" dirty="0">
              <a:solidFill>
                <a:srgbClr val="34D399"/>
              </a:solidFill>
              <a:effectLst/>
              <a:latin typeface="Inter"/>
            </a:rPr>
            <a:t> </a:t>
          </a:r>
          <a:r>
            <a:rPr lang="en-US" sz="1200" kern="1200" dirty="0"/>
            <a:t>Report</a:t>
          </a:r>
        </a:p>
      </dsp:txBody>
      <dsp:txXfrm>
        <a:off x="6976071" y="13897"/>
        <a:ext cx="1215451" cy="446695"/>
      </dsp:txXfrm>
    </dsp:sp>
    <dsp:sp modelId="{4B35725D-2312-ED4C-A8BD-82CBABC91807}">
      <dsp:nvSpPr>
        <dsp:cNvPr id="0" name=""/>
        <dsp:cNvSpPr/>
      </dsp:nvSpPr>
      <dsp:spPr>
        <a:xfrm>
          <a:off x="8329744" y="83082"/>
          <a:ext cx="263568" cy="308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8329744" y="144747"/>
        <a:ext cx="184498" cy="184994"/>
      </dsp:txXfrm>
    </dsp:sp>
    <dsp:sp modelId="{41309FF1-0984-F749-845B-3FD9DCCB52A9}">
      <dsp:nvSpPr>
        <dsp:cNvPr id="0" name=""/>
        <dsp:cNvSpPr/>
      </dsp:nvSpPr>
      <dsp:spPr>
        <a:xfrm>
          <a:off x="8702717" y="0"/>
          <a:ext cx="1243245" cy="47448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SG" sz="1800" b="0" i="0" kern="1200" dirty="0">
              <a:solidFill>
                <a:srgbClr val="38BDF8"/>
              </a:solidFill>
              <a:effectLst/>
              <a:latin typeface="Inter"/>
            </a:rPr>
            <a:t>📧</a:t>
          </a:r>
          <a:r>
            <a:rPr lang="en-SG" sz="1200" b="0" i="0" kern="1200" dirty="0">
              <a:solidFill>
                <a:srgbClr val="38BDF8"/>
              </a:solidFill>
              <a:effectLst/>
              <a:latin typeface="Inter"/>
            </a:rPr>
            <a:t> </a:t>
          </a:r>
          <a:r>
            <a:rPr lang="en-US" sz="1200" kern="1200" dirty="0"/>
            <a:t>Email</a:t>
          </a:r>
        </a:p>
      </dsp:txBody>
      <dsp:txXfrm>
        <a:off x="8716614" y="13897"/>
        <a:ext cx="1215451" cy="4466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FEE74-8F5B-4E40-AED6-28FB655F32B0}">
      <dsp:nvSpPr>
        <dsp:cNvPr id="0" name=""/>
        <dsp:cNvSpPr/>
      </dsp:nvSpPr>
      <dsp:spPr>
        <a:xfrm>
          <a:off x="762" y="727958"/>
          <a:ext cx="3280818" cy="3936982"/>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9154" rIns="115570" bIns="0" numCol="1" spcCol="1270" anchor="t" anchorCtr="0">
          <a:noAutofit/>
        </a:bodyPr>
        <a:lstStyle/>
        <a:p>
          <a:pPr marL="0" lvl="0" indent="0" algn="r" defTabSz="1155700">
            <a:lnSpc>
              <a:spcPct val="90000"/>
            </a:lnSpc>
            <a:spcBef>
              <a:spcPct val="0"/>
            </a:spcBef>
            <a:spcAft>
              <a:spcPct val="35000"/>
            </a:spcAft>
            <a:buNone/>
          </a:pPr>
          <a:r>
            <a:rPr lang="en-SG" sz="2600" b="1" i="0" kern="1200" dirty="0">
              <a:solidFill>
                <a:srgbClr val="F1F5F9"/>
              </a:solidFill>
              <a:effectLst/>
              <a:latin typeface="Inter"/>
            </a:rPr>
            <a:t>Daily Pipeline</a:t>
          </a:r>
          <a:r>
            <a:rPr lang="en-SG" sz="2600" b="0" i="0" kern="1200" dirty="0">
              <a:solidFill>
                <a:srgbClr val="F1F5F9"/>
              </a:solidFill>
              <a:effectLst/>
              <a:latin typeface="Inter"/>
            </a:rPr>
            <a:t>🔄</a:t>
          </a:r>
          <a:endParaRPr lang="en-GB" sz="2600" kern="1200" dirty="0"/>
        </a:p>
      </dsp:txBody>
      <dsp:txXfrm rot="16200000">
        <a:off x="-1285318" y="2014039"/>
        <a:ext cx="3228325" cy="656163"/>
      </dsp:txXfrm>
    </dsp:sp>
    <dsp:sp modelId="{7874358D-4C70-484A-B54E-7B3954F2B60B}">
      <dsp:nvSpPr>
        <dsp:cNvPr id="0" name=""/>
        <dsp:cNvSpPr/>
      </dsp:nvSpPr>
      <dsp:spPr>
        <a:xfrm>
          <a:off x="656926" y="727958"/>
          <a:ext cx="2444210" cy="393698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2583" rIns="0" bIns="0" numCol="1" spcCol="1270" anchor="t" anchorCtr="0">
          <a:noAutofit/>
        </a:bodyPr>
        <a:lstStyle/>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End-to-end automation</a:t>
          </a:r>
          <a:endParaRPr lang="en-GB" sz="2700" kern="1200" dirty="0"/>
        </a:p>
        <a:p>
          <a:pPr marL="0" lvl="0" indent="0" algn="l" defTabSz="1200150">
            <a:lnSpc>
              <a:spcPct val="90000"/>
            </a:lnSpc>
            <a:spcBef>
              <a:spcPct val="0"/>
            </a:spcBef>
            <a:spcAft>
              <a:spcPct val="35000"/>
            </a:spcAft>
            <a:buNone/>
          </a:pPr>
          <a:r>
            <a:rPr lang="en-SG" sz="2700" b="0" i="0" kern="1200">
              <a:solidFill>
                <a:srgbClr val="94A3B8"/>
              </a:solidFill>
              <a:effectLst/>
              <a:latin typeface="Inter"/>
            </a:rPr>
            <a:t>Failure auto-retry</a:t>
          </a:r>
          <a:endParaRPr lang="en-SG" sz="2700" b="0" i="0" kern="1200" dirty="0">
            <a:solidFill>
              <a:srgbClr val="94A3B8"/>
            </a:solidFill>
            <a:effectLst/>
            <a:latin typeface="Inter"/>
          </a:endParaRPr>
        </a:p>
        <a:p>
          <a:pPr marL="0" lvl="0" indent="0" algn="l" defTabSz="1200150">
            <a:lnSpc>
              <a:spcPct val="90000"/>
            </a:lnSpc>
            <a:spcBef>
              <a:spcPct val="0"/>
            </a:spcBef>
            <a:spcAft>
              <a:spcPct val="35000"/>
            </a:spcAft>
            <a:buNone/>
          </a:pPr>
          <a:r>
            <a:rPr lang="en-SG" sz="2700" b="0" i="0" kern="1200">
              <a:solidFill>
                <a:srgbClr val="94A3B8"/>
              </a:solidFill>
              <a:effectLst/>
              <a:latin typeface="Inter"/>
            </a:rPr>
            <a:t>HTML report generation</a:t>
          </a:r>
          <a:endParaRPr lang="en-SG" sz="2700" b="0" i="0" kern="1200" dirty="0">
            <a:solidFill>
              <a:srgbClr val="94A3B8"/>
            </a:solidFill>
            <a:effectLst/>
            <a:latin typeface="Inter"/>
          </a:endParaRPr>
        </a:p>
        <a:p>
          <a:pPr marL="0" lvl="0" indent="0" algn="l" defTabSz="1200150">
            <a:lnSpc>
              <a:spcPct val="90000"/>
            </a:lnSpc>
            <a:spcBef>
              <a:spcPct val="0"/>
            </a:spcBef>
            <a:spcAft>
              <a:spcPct val="35000"/>
            </a:spcAft>
            <a:buNone/>
          </a:pPr>
          <a:r>
            <a:rPr lang="en-SG" sz="2700" b="0" i="0" kern="1200" dirty="0">
              <a:solidFill>
                <a:srgbClr val="94A3B8"/>
              </a:solidFill>
              <a:effectLst/>
              <a:latin typeface="Inter"/>
            </a:rPr>
            <a:t>Gmail email notifications</a:t>
          </a:r>
        </a:p>
      </dsp:txBody>
      <dsp:txXfrm>
        <a:off x="656926" y="727958"/>
        <a:ext cx="2444210" cy="3936982"/>
      </dsp:txXfrm>
    </dsp:sp>
    <dsp:sp modelId="{E1E6FA81-1322-7F4F-B5AC-F726A144D1AB}">
      <dsp:nvSpPr>
        <dsp:cNvPr id="0" name=""/>
        <dsp:cNvSpPr/>
      </dsp:nvSpPr>
      <dsp:spPr>
        <a:xfrm>
          <a:off x="3396410" y="727958"/>
          <a:ext cx="3280818" cy="3936982"/>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9154" rIns="115570" bIns="0" numCol="1" spcCol="1270" anchor="t" anchorCtr="0">
          <a:noAutofit/>
        </a:bodyPr>
        <a:lstStyle/>
        <a:p>
          <a:pPr marL="0" lvl="0" indent="0" algn="r" defTabSz="1155700">
            <a:lnSpc>
              <a:spcPct val="90000"/>
            </a:lnSpc>
            <a:spcBef>
              <a:spcPct val="0"/>
            </a:spcBef>
            <a:spcAft>
              <a:spcPct val="35000"/>
            </a:spcAft>
            <a:buNone/>
          </a:pPr>
          <a:r>
            <a:rPr lang="en-SG" sz="2600" b="1" i="0" kern="1200" dirty="0">
              <a:solidFill>
                <a:srgbClr val="F1F5F9"/>
              </a:solidFill>
              <a:effectLst/>
              <a:latin typeface="Inter"/>
            </a:rPr>
            <a:t>Batch Scheduler</a:t>
          </a:r>
          <a:r>
            <a:rPr lang="en-SG" sz="2600" b="0" i="0" kern="1200" dirty="0">
              <a:solidFill>
                <a:srgbClr val="F1F5F9"/>
              </a:solidFill>
              <a:effectLst/>
              <a:latin typeface="Inter"/>
            </a:rPr>
            <a:t>📅</a:t>
          </a:r>
          <a:endParaRPr lang="en-GB" sz="2600" kern="1200" dirty="0"/>
        </a:p>
      </dsp:txBody>
      <dsp:txXfrm rot="16200000">
        <a:off x="2110328" y="2014039"/>
        <a:ext cx="3228325" cy="656163"/>
      </dsp:txXfrm>
    </dsp:sp>
    <dsp:sp modelId="{2AF07793-863F-E54E-B50C-E8062B862AAB}">
      <dsp:nvSpPr>
        <dsp:cNvPr id="0" name=""/>
        <dsp:cNvSpPr/>
      </dsp:nvSpPr>
      <dsp:spPr>
        <a:xfrm rot="5400000">
          <a:off x="3123397" y="3858425"/>
          <a:ext cx="578833" cy="492122"/>
        </a:xfrm>
        <a:prstGeom prst="flowChartExtra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E74EB1-FAD2-7043-8E4E-EA933BC65496}">
      <dsp:nvSpPr>
        <dsp:cNvPr id="0" name=""/>
        <dsp:cNvSpPr/>
      </dsp:nvSpPr>
      <dsp:spPr>
        <a:xfrm>
          <a:off x="4052573" y="727958"/>
          <a:ext cx="2444210" cy="393698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2583" rIns="0" bIns="0" numCol="1" spcCol="1270" anchor="t" anchorCtr="0">
          <a:noAutofit/>
        </a:bodyPr>
        <a:lstStyle/>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Day-by-day historical training</a:t>
          </a:r>
          <a:endParaRPr lang="en-GB" sz="2700" kern="1200" dirty="0"/>
        </a:p>
        <a:p>
          <a:pPr marL="0" lvl="0" indent="0" algn="l" defTabSz="1200150">
            <a:lnSpc>
              <a:spcPct val="90000"/>
            </a:lnSpc>
            <a:spcBef>
              <a:spcPct val="0"/>
            </a:spcBef>
            <a:spcAft>
              <a:spcPct val="35000"/>
            </a:spcAft>
            <a:buNone/>
          </a:pPr>
          <a:r>
            <a:rPr lang="en-SG" sz="2700" b="0" i="0" kern="1200">
              <a:solidFill>
                <a:srgbClr val="94A3B8"/>
              </a:solidFill>
              <a:effectLst/>
              <a:latin typeface="Inter"/>
            </a:rPr>
            <a:t>S3 data readiness detection</a:t>
          </a:r>
          <a:endParaRPr lang="en-SG" sz="2700" b="0" i="0" kern="1200" dirty="0">
            <a:solidFill>
              <a:srgbClr val="94A3B8"/>
            </a:solidFill>
            <a:effectLst/>
            <a:latin typeface="Inter"/>
          </a:endParaRPr>
        </a:p>
        <a:p>
          <a:pPr marL="0" lvl="0" indent="0" algn="l" defTabSz="1200150">
            <a:lnSpc>
              <a:spcPct val="90000"/>
            </a:lnSpc>
            <a:spcBef>
              <a:spcPct val="0"/>
            </a:spcBef>
            <a:spcAft>
              <a:spcPct val="35000"/>
            </a:spcAft>
            <a:buNone/>
          </a:pPr>
          <a:r>
            <a:rPr lang="en-SG" sz="2700" b="0" i="0" kern="1200">
              <a:solidFill>
                <a:srgbClr val="94A3B8"/>
              </a:solidFill>
              <a:effectLst/>
              <a:latin typeface="Inter"/>
            </a:rPr>
            <a:t>Train → Cleanup → Archive</a:t>
          </a:r>
          <a:endParaRPr lang="en-SG" sz="2700" b="0" i="0" kern="1200" dirty="0">
            <a:solidFill>
              <a:srgbClr val="94A3B8"/>
            </a:solidFill>
            <a:effectLst/>
            <a:latin typeface="Inter"/>
          </a:endParaRPr>
        </a:p>
        <a:p>
          <a:pPr marL="0" lvl="0" indent="0" algn="l" defTabSz="1200150">
            <a:lnSpc>
              <a:spcPct val="90000"/>
            </a:lnSpc>
            <a:spcBef>
              <a:spcPct val="0"/>
            </a:spcBef>
            <a:spcAft>
              <a:spcPct val="35000"/>
            </a:spcAft>
            <a:buNone/>
          </a:pPr>
          <a:r>
            <a:rPr lang="en-SG" sz="2700" b="0" i="0" kern="1200" dirty="0">
              <a:solidFill>
                <a:srgbClr val="94A3B8"/>
              </a:solidFill>
              <a:effectLst/>
              <a:latin typeface="Inter"/>
            </a:rPr>
            <a:t>Real-time dashboard sync</a:t>
          </a:r>
        </a:p>
      </dsp:txBody>
      <dsp:txXfrm>
        <a:off x="4052573" y="727958"/>
        <a:ext cx="2444210" cy="3936982"/>
      </dsp:txXfrm>
    </dsp:sp>
    <dsp:sp modelId="{23EF8E00-5432-714C-86C1-D00435E683EE}">
      <dsp:nvSpPr>
        <dsp:cNvPr id="0" name=""/>
        <dsp:cNvSpPr/>
      </dsp:nvSpPr>
      <dsp:spPr>
        <a:xfrm>
          <a:off x="6792057" y="727958"/>
          <a:ext cx="3280818" cy="3936982"/>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9154" rIns="115570" bIns="0" numCol="1" spcCol="1270" anchor="t" anchorCtr="0">
          <a:noAutofit/>
        </a:bodyPr>
        <a:lstStyle/>
        <a:p>
          <a:pPr marL="0" lvl="0" indent="0" algn="r" defTabSz="1155700">
            <a:lnSpc>
              <a:spcPct val="90000"/>
            </a:lnSpc>
            <a:spcBef>
              <a:spcPct val="0"/>
            </a:spcBef>
            <a:spcAft>
              <a:spcPct val="35000"/>
            </a:spcAft>
            <a:buNone/>
          </a:pPr>
          <a:r>
            <a:rPr lang="en-SG" sz="2600" b="1" i="0" kern="1200" dirty="0">
              <a:solidFill>
                <a:srgbClr val="F1F5F9"/>
              </a:solidFill>
              <a:effectLst/>
              <a:latin typeface="Inter"/>
            </a:rPr>
            <a:t>History &amp; Reporting</a:t>
          </a:r>
          <a:r>
            <a:rPr lang="en-SG" sz="2600" b="0" i="0" kern="1200" dirty="0">
              <a:solidFill>
                <a:srgbClr val="F1F5F9"/>
              </a:solidFill>
              <a:effectLst/>
              <a:latin typeface="Inter"/>
            </a:rPr>
            <a:t>📊</a:t>
          </a:r>
          <a:endParaRPr lang="en-GB" sz="2600" kern="1200" dirty="0"/>
        </a:p>
      </dsp:txBody>
      <dsp:txXfrm rot="16200000">
        <a:off x="5505976" y="2014039"/>
        <a:ext cx="3228325" cy="656163"/>
      </dsp:txXfrm>
    </dsp:sp>
    <dsp:sp modelId="{5E24585B-04F9-9C43-B0BC-6F61B9B1ADE5}">
      <dsp:nvSpPr>
        <dsp:cNvPr id="0" name=""/>
        <dsp:cNvSpPr/>
      </dsp:nvSpPr>
      <dsp:spPr>
        <a:xfrm rot="5400000">
          <a:off x="6519045" y="3858425"/>
          <a:ext cx="578833" cy="492122"/>
        </a:xfrm>
        <a:prstGeom prst="flowChartExtra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9A5637-D25F-B046-9F36-8585A43079F4}">
      <dsp:nvSpPr>
        <dsp:cNvPr id="0" name=""/>
        <dsp:cNvSpPr/>
      </dsp:nvSpPr>
      <dsp:spPr>
        <a:xfrm>
          <a:off x="7448221" y="727958"/>
          <a:ext cx="2444210" cy="393698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2583" rIns="0" bIns="0" numCol="1" spcCol="1270" anchor="t" anchorCtr="0">
          <a:noAutofit/>
        </a:bodyPr>
        <a:lstStyle/>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Training metrics tracking</a:t>
          </a:r>
          <a:endParaRPr lang="en-GB" sz="2700" kern="1200" dirty="0"/>
        </a:p>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Performance trend analysis</a:t>
          </a:r>
        </a:p>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S3 checkpoint persistence</a:t>
          </a:r>
        </a:p>
        <a:p>
          <a:pPr marL="0" lvl="0" indent="0" algn="l" defTabSz="1200150">
            <a:lnSpc>
              <a:spcPct val="90000"/>
            </a:lnSpc>
            <a:spcBef>
              <a:spcPct val="0"/>
            </a:spcBef>
            <a:spcAft>
              <a:spcPct val="35000"/>
            </a:spcAft>
            <a:buFont typeface="Arial" panose="020B0604020202020204" pitchFamily="34" charset="0"/>
            <a:buNone/>
          </a:pPr>
          <a:r>
            <a:rPr lang="en-SG" sz="2700" b="0" i="0" kern="1200" dirty="0">
              <a:solidFill>
                <a:srgbClr val="94A3B8"/>
              </a:solidFill>
              <a:effectLst/>
              <a:latin typeface="Inter"/>
            </a:rPr>
            <a:t>Rolling window training</a:t>
          </a:r>
          <a:endParaRPr lang="en-US" sz="2700" kern="1200" dirty="0"/>
        </a:p>
      </dsp:txBody>
      <dsp:txXfrm>
        <a:off x="7448221" y="727958"/>
        <a:ext cx="2444210" cy="39369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FEE74-8F5B-4E40-AED6-28FB655F32B0}">
      <dsp:nvSpPr>
        <dsp:cNvPr id="0" name=""/>
        <dsp:cNvSpPr/>
      </dsp:nvSpPr>
      <dsp:spPr>
        <a:xfrm>
          <a:off x="794" y="0"/>
          <a:ext cx="3419243" cy="2489200"/>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None/>
          </a:pPr>
          <a:r>
            <a:rPr lang="en-SG" sz="1600" b="1" i="0" kern="1200" dirty="0">
              <a:solidFill>
                <a:srgbClr val="F1F5F9"/>
              </a:solidFill>
              <a:effectLst/>
              <a:latin typeface="Inter"/>
            </a:rPr>
            <a:t>🔢IDW Interpolation</a:t>
          </a:r>
          <a:endParaRPr lang="en-GB" sz="1600" kern="1200" dirty="0"/>
        </a:p>
      </dsp:txBody>
      <dsp:txXfrm rot="16200000">
        <a:off x="-677853" y="678647"/>
        <a:ext cx="2041144" cy="683848"/>
      </dsp:txXfrm>
    </dsp:sp>
    <dsp:sp modelId="{7874358D-4C70-484A-B54E-7B3954F2B60B}">
      <dsp:nvSpPr>
        <dsp:cNvPr id="0" name=""/>
        <dsp:cNvSpPr/>
      </dsp:nvSpPr>
      <dsp:spPr>
        <a:xfrm>
          <a:off x="684643" y="0"/>
          <a:ext cx="2547336" cy="248920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SG" sz="2400" b="0" i="0" kern="1200" dirty="0">
              <a:solidFill>
                <a:srgbClr val="94A3B8"/>
              </a:solidFill>
              <a:effectLst/>
              <a:latin typeface="Inter"/>
            </a:rPr>
            <a:t>Inverse Distance Weighting using 3 nearest sensors for spatial accuracy</a:t>
          </a:r>
          <a:endParaRPr lang="en-GB" sz="2400" kern="1200" dirty="0"/>
        </a:p>
      </dsp:txBody>
      <dsp:txXfrm>
        <a:off x="684643" y="0"/>
        <a:ext cx="2547336" cy="2489200"/>
      </dsp:txXfrm>
    </dsp:sp>
    <dsp:sp modelId="{E1E6FA81-1322-7F4F-B5AC-F726A144D1AB}">
      <dsp:nvSpPr>
        <dsp:cNvPr id="0" name=""/>
        <dsp:cNvSpPr/>
      </dsp:nvSpPr>
      <dsp:spPr>
        <a:xfrm>
          <a:off x="3539711" y="0"/>
          <a:ext cx="3419243" cy="2489200"/>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None/>
          </a:pPr>
          <a:r>
            <a:rPr lang="en-SG" sz="1600" b="1" i="0" kern="1200" dirty="0">
              <a:solidFill>
                <a:srgbClr val="F1F5F9"/>
              </a:solidFill>
              <a:effectLst/>
              <a:latin typeface="Inter"/>
            </a:rPr>
            <a:t>🗺️OpenStreetMap</a:t>
          </a:r>
          <a:endParaRPr lang="en-GB" sz="1600" kern="1200" dirty="0"/>
        </a:p>
      </dsp:txBody>
      <dsp:txXfrm rot="16200000">
        <a:off x="2861063" y="678647"/>
        <a:ext cx="2041144" cy="683848"/>
      </dsp:txXfrm>
    </dsp:sp>
    <dsp:sp modelId="{2AF07793-863F-E54E-B50C-E8062B862AAB}">
      <dsp:nvSpPr>
        <dsp:cNvPr id="0" name=""/>
        <dsp:cNvSpPr/>
      </dsp:nvSpPr>
      <dsp:spPr>
        <a:xfrm rot="5400000">
          <a:off x="3373798" y="1878661"/>
          <a:ext cx="366017" cy="512886"/>
        </a:xfrm>
        <a:prstGeom prst="flowChartExtra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E74EB1-FAD2-7043-8E4E-EA933BC65496}">
      <dsp:nvSpPr>
        <dsp:cNvPr id="0" name=""/>
        <dsp:cNvSpPr/>
      </dsp:nvSpPr>
      <dsp:spPr>
        <a:xfrm>
          <a:off x="4223560" y="0"/>
          <a:ext cx="2547336" cy="248920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SG" sz="2400" b="0" i="0" kern="1200" dirty="0">
              <a:solidFill>
                <a:srgbClr val="94A3B8"/>
              </a:solidFill>
              <a:effectLst/>
              <a:latin typeface="Inter"/>
            </a:rPr>
            <a:t>Forward/reverse geocoding for location name and coordinate resolution</a:t>
          </a:r>
          <a:endParaRPr lang="en-GB" sz="2400" kern="1200" dirty="0"/>
        </a:p>
      </dsp:txBody>
      <dsp:txXfrm>
        <a:off x="4223560" y="0"/>
        <a:ext cx="2547336" cy="2489200"/>
      </dsp:txXfrm>
    </dsp:sp>
    <dsp:sp modelId="{23EF8E00-5432-714C-86C1-D00435E683EE}">
      <dsp:nvSpPr>
        <dsp:cNvPr id="0" name=""/>
        <dsp:cNvSpPr/>
      </dsp:nvSpPr>
      <dsp:spPr>
        <a:xfrm>
          <a:off x="7078628" y="0"/>
          <a:ext cx="3419243" cy="2489200"/>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None/>
          </a:pPr>
          <a:r>
            <a:rPr lang="en-SG" sz="1600" b="1" i="0" kern="1200" dirty="0">
              <a:solidFill>
                <a:srgbClr val="F1F5F9"/>
              </a:solidFill>
              <a:effectLst/>
              <a:latin typeface="Inter"/>
            </a:rPr>
            <a:t>♻️Model Hot-Reload</a:t>
          </a:r>
          <a:endParaRPr lang="en-GB" sz="1600" kern="1200" dirty="0"/>
        </a:p>
      </dsp:txBody>
      <dsp:txXfrm rot="16200000">
        <a:off x="6399980" y="678647"/>
        <a:ext cx="2041144" cy="683848"/>
      </dsp:txXfrm>
    </dsp:sp>
    <dsp:sp modelId="{5E24585B-04F9-9C43-B0BC-6F61B9B1ADE5}">
      <dsp:nvSpPr>
        <dsp:cNvPr id="0" name=""/>
        <dsp:cNvSpPr/>
      </dsp:nvSpPr>
      <dsp:spPr>
        <a:xfrm rot="5400000">
          <a:off x="6912715" y="1878661"/>
          <a:ext cx="366017" cy="512886"/>
        </a:xfrm>
        <a:prstGeom prst="flowChartExtra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9A5637-D25F-B046-9F36-8585A43079F4}">
      <dsp:nvSpPr>
        <dsp:cNvPr id="0" name=""/>
        <dsp:cNvSpPr/>
      </dsp:nvSpPr>
      <dsp:spPr>
        <a:xfrm>
          <a:off x="7762476" y="0"/>
          <a:ext cx="2547336" cy="248920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SG" sz="2400" b="0" i="0" kern="1200" dirty="0">
              <a:solidFill>
                <a:srgbClr val="94A3B8"/>
              </a:solidFill>
              <a:effectLst/>
              <a:latin typeface="Inter"/>
            </a:rPr>
            <a:t>Automatic model refresh from S3 without service restart</a:t>
          </a:r>
          <a:endParaRPr lang="en-GB" sz="2400" kern="1200" dirty="0"/>
        </a:p>
      </dsp:txBody>
      <dsp:txXfrm>
        <a:off x="7762476" y="0"/>
        <a:ext cx="2547336" cy="24892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89403-C827-224C-8C7E-3F338D2656D2}">
      <dsp:nvSpPr>
        <dsp:cNvPr id="0" name=""/>
        <dsp:cNvSpPr/>
      </dsp:nvSpPr>
      <dsp:spPr>
        <a:xfrm>
          <a:off x="5595060" y="3683645"/>
          <a:ext cx="2676658" cy="173518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SG" sz="1400" b="0" i="0" kern="1200" dirty="0"/>
            <a:t> </a:t>
          </a:r>
          <a:r>
            <a:rPr lang="en-SG" sz="1400" b="0" i="0" kern="1200" dirty="0" err="1"/>
            <a:t>PyTorch</a:t>
          </a:r>
          <a:endParaRPr lang="en-GB" sz="1400" kern="1200" dirty="0"/>
        </a:p>
        <a:p>
          <a:pPr marL="114300" lvl="1" indent="-114300" algn="l" defTabSz="622300">
            <a:lnSpc>
              <a:spcPct val="90000"/>
            </a:lnSpc>
            <a:spcBef>
              <a:spcPct val="0"/>
            </a:spcBef>
            <a:spcAft>
              <a:spcPct val="15000"/>
            </a:spcAft>
            <a:buChar char="•"/>
          </a:pPr>
          <a:r>
            <a:rPr lang="en-SG" sz="1400" b="0" i="0" kern="1200" dirty="0"/>
            <a:t>React</a:t>
          </a:r>
          <a:endParaRPr lang="en-GB" sz="1400" kern="1200" dirty="0"/>
        </a:p>
        <a:p>
          <a:pPr marL="114300" lvl="1" indent="-114300" algn="l" defTabSz="622300">
            <a:lnSpc>
              <a:spcPct val="90000"/>
            </a:lnSpc>
            <a:spcBef>
              <a:spcPct val="0"/>
            </a:spcBef>
            <a:spcAft>
              <a:spcPct val="15000"/>
            </a:spcAft>
            <a:buChar char="•"/>
          </a:pPr>
          <a:r>
            <a:rPr lang="en-SG" sz="1400" b="0" i="0" kern="1200" dirty="0"/>
            <a:t>TypeScript</a:t>
          </a:r>
          <a:endParaRPr lang="en-GB" sz="1400" kern="1200" dirty="0"/>
        </a:p>
        <a:p>
          <a:pPr marL="114300" lvl="1" indent="-114300" algn="l" defTabSz="622300">
            <a:lnSpc>
              <a:spcPct val="90000"/>
            </a:lnSpc>
            <a:spcBef>
              <a:spcPct val="0"/>
            </a:spcBef>
            <a:spcAft>
              <a:spcPct val="15000"/>
            </a:spcAft>
            <a:buChar char="•"/>
          </a:pPr>
          <a:r>
            <a:rPr lang="en-GB" sz="1400" kern="1200" dirty="0"/>
            <a:t>Terraform</a:t>
          </a:r>
        </a:p>
      </dsp:txBody>
      <dsp:txXfrm>
        <a:off x="6436174" y="4155558"/>
        <a:ext cx="1797429" cy="1225157"/>
      </dsp:txXfrm>
    </dsp:sp>
    <dsp:sp modelId="{95398D8E-89F5-934C-9A5B-C09AEF73337B}">
      <dsp:nvSpPr>
        <dsp:cNvPr id="0" name=""/>
        <dsp:cNvSpPr/>
      </dsp:nvSpPr>
      <dsp:spPr>
        <a:xfrm>
          <a:off x="1227880" y="3684304"/>
          <a:ext cx="2676658" cy="173386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GB" sz="1400" kern="1200" dirty="0"/>
            <a:t>Download Server</a:t>
          </a:r>
        </a:p>
        <a:p>
          <a:pPr marL="114300" lvl="1" indent="-114300" algn="l" defTabSz="622300">
            <a:lnSpc>
              <a:spcPct val="90000"/>
            </a:lnSpc>
            <a:spcBef>
              <a:spcPct val="0"/>
            </a:spcBef>
            <a:spcAft>
              <a:spcPct val="15000"/>
            </a:spcAft>
            <a:buChar char="•"/>
          </a:pPr>
          <a:r>
            <a:rPr lang="en-GB" sz="1400" kern="1200" dirty="0"/>
            <a:t>Training Server</a:t>
          </a:r>
        </a:p>
        <a:p>
          <a:pPr marL="114300" lvl="1" indent="-114300" algn="l" defTabSz="622300">
            <a:lnSpc>
              <a:spcPct val="90000"/>
            </a:lnSpc>
            <a:spcBef>
              <a:spcPct val="0"/>
            </a:spcBef>
            <a:spcAft>
              <a:spcPct val="15000"/>
            </a:spcAft>
            <a:buChar char="•"/>
          </a:pPr>
          <a:r>
            <a:rPr lang="en-GB" sz="1400" kern="1200" dirty="0"/>
            <a:t>API Server</a:t>
          </a:r>
        </a:p>
        <a:p>
          <a:pPr marL="114300" lvl="1" indent="-114300" algn="l" defTabSz="622300">
            <a:lnSpc>
              <a:spcPct val="90000"/>
            </a:lnSpc>
            <a:spcBef>
              <a:spcPct val="0"/>
            </a:spcBef>
            <a:spcAft>
              <a:spcPct val="15000"/>
            </a:spcAft>
            <a:buChar char="•"/>
          </a:pPr>
          <a:r>
            <a:rPr lang="en-GB" sz="1400" kern="1200" dirty="0"/>
            <a:t>S3 Data Lake</a:t>
          </a:r>
        </a:p>
        <a:p>
          <a:pPr marL="114300" lvl="1" indent="-114300" algn="l" defTabSz="622300">
            <a:lnSpc>
              <a:spcPct val="90000"/>
            </a:lnSpc>
            <a:spcBef>
              <a:spcPct val="0"/>
            </a:spcBef>
            <a:spcAft>
              <a:spcPct val="15000"/>
            </a:spcAft>
            <a:buChar char="•"/>
          </a:pPr>
          <a:r>
            <a:rPr lang="en-GB" sz="1400" kern="1200" dirty="0" err="1"/>
            <a:t>Cloudfront</a:t>
          </a:r>
          <a:endParaRPr lang="en-GB" sz="1400" kern="1200" dirty="0"/>
        </a:p>
      </dsp:txBody>
      <dsp:txXfrm>
        <a:off x="1265967" y="4155858"/>
        <a:ext cx="1797487" cy="1224227"/>
      </dsp:txXfrm>
    </dsp:sp>
    <dsp:sp modelId="{CD1904D9-EF98-3141-BA3C-EEB3205D0FB7}">
      <dsp:nvSpPr>
        <dsp:cNvPr id="0" name=""/>
        <dsp:cNvSpPr/>
      </dsp:nvSpPr>
      <dsp:spPr>
        <a:xfrm>
          <a:off x="5595060" y="-164"/>
          <a:ext cx="2676658" cy="173386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GB" sz="1400" kern="1200" dirty="0"/>
            <a:t>Automation &amp; Sync</a:t>
          </a:r>
        </a:p>
        <a:p>
          <a:pPr marL="114300" lvl="1" indent="-114300" algn="l" defTabSz="622300">
            <a:lnSpc>
              <a:spcPct val="90000"/>
            </a:lnSpc>
            <a:spcBef>
              <a:spcPct val="0"/>
            </a:spcBef>
            <a:spcAft>
              <a:spcPct val="15000"/>
            </a:spcAft>
            <a:buChar char="•"/>
          </a:pPr>
          <a:r>
            <a:rPr lang="en-GB" sz="1400" kern="1200" dirty="0"/>
            <a:t>Environment Separation</a:t>
          </a:r>
        </a:p>
        <a:p>
          <a:pPr marL="114300" lvl="1" indent="-114300" algn="l" defTabSz="622300">
            <a:lnSpc>
              <a:spcPct val="90000"/>
            </a:lnSpc>
            <a:spcBef>
              <a:spcPct val="0"/>
            </a:spcBef>
            <a:spcAft>
              <a:spcPct val="15000"/>
            </a:spcAft>
            <a:buChar char="•"/>
          </a:pPr>
          <a:r>
            <a:rPr lang="en-GB" sz="1400" kern="1200" dirty="0"/>
            <a:t>Bidirectional S3 Sync</a:t>
          </a:r>
        </a:p>
      </dsp:txBody>
      <dsp:txXfrm>
        <a:off x="6436145" y="37923"/>
        <a:ext cx="1797487" cy="1224227"/>
      </dsp:txXfrm>
    </dsp:sp>
    <dsp:sp modelId="{A7165BC8-A1FE-D149-963E-B1D73FA177D2}">
      <dsp:nvSpPr>
        <dsp:cNvPr id="0" name=""/>
        <dsp:cNvSpPr/>
      </dsp:nvSpPr>
      <dsp:spPr>
        <a:xfrm>
          <a:off x="1227880" y="-164"/>
          <a:ext cx="2676658" cy="173386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GB" sz="1400" kern="1200" dirty="0"/>
            <a:t>MAE (Mean Absolute Error)</a:t>
          </a:r>
        </a:p>
        <a:p>
          <a:pPr marL="114300" lvl="1" indent="-114300" algn="l" defTabSz="622300">
            <a:lnSpc>
              <a:spcPct val="90000"/>
            </a:lnSpc>
            <a:spcBef>
              <a:spcPct val="0"/>
            </a:spcBef>
            <a:spcAft>
              <a:spcPct val="15000"/>
            </a:spcAft>
            <a:buChar char="•"/>
          </a:pPr>
          <a:r>
            <a:rPr lang="en-GB" sz="1400" kern="1200" dirty="0"/>
            <a:t>RMSE</a:t>
          </a:r>
        </a:p>
        <a:p>
          <a:pPr marL="114300" lvl="1" indent="-114300" algn="l" defTabSz="622300">
            <a:lnSpc>
              <a:spcPct val="90000"/>
            </a:lnSpc>
            <a:spcBef>
              <a:spcPct val="0"/>
            </a:spcBef>
            <a:spcAft>
              <a:spcPct val="15000"/>
            </a:spcAft>
            <a:buChar char="•"/>
          </a:pPr>
          <a:r>
            <a:rPr lang="en-GB" sz="1400" kern="1200" dirty="0"/>
            <a:t>Accuracy</a:t>
          </a:r>
        </a:p>
        <a:p>
          <a:pPr marL="114300" lvl="1" indent="-114300" algn="l" defTabSz="622300">
            <a:lnSpc>
              <a:spcPct val="90000"/>
            </a:lnSpc>
            <a:spcBef>
              <a:spcPct val="0"/>
            </a:spcBef>
            <a:spcAft>
              <a:spcPct val="15000"/>
            </a:spcAft>
            <a:buChar char="•"/>
          </a:pPr>
          <a:r>
            <a:rPr lang="en-GB" sz="1400" kern="1200" dirty="0"/>
            <a:t>Requests / Second</a:t>
          </a:r>
        </a:p>
        <a:p>
          <a:pPr marL="114300" lvl="1" indent="-114300" algn="l" defTabSz="622300">
            <a:lnSpc>
              <a:spcPct val="90000"/>
            </a:lnSpc>
            <a:spcBef>
              <a:spcPct val="0"/>
            </a:spcBef>
            <a:spcAft>
              <a:spcPct val="15000"/>
            </a:spcAft>
            <a:buChar char="•"/>
          </a:pPr>
          <a:r>
            <a:rPr lang="en-GB" sz="1400" kern="1200" dirty="0"/>
            <a:t>Path Prediction</a:t>
          </a:r>
        </a:p>
        <a:p>
          <a:pPr marL="114300" lvl="1" indent="-114300" algn="l" defTabSz="622300">
            <a:lnSpc>
              <a:spcPct val="90000"/>
            </a:lnSpc>
            <a:spcBef>
              <a:spcPct val="0"/>
            </a:spcBef>
            <a:spcAft>
              <a:spcPct val="15000"/>
            </a:spcAft>
            <a:buChar char="•"/>
          </a:pPr>
          <a:r>
            <a:rPr lang="en-GB" sz="1400" kern="1200" dirty="0"/>
            <a:t>Single Point Prediction</a:t>
          </a:r>
        </a:p>
      </dsp:txBody>
      <dsp:txXfrm>
        <a:off x="1265967" y="37923"/>
        <a:ext cx="1797487" cy="1224227"/>
      </dsp:txXfrm>
    </dsp:sp>
    <dsp:sp modelId="{F34482EE-3D71-AF45-B389-03E073C78F43}">
      <dsp:nvSpPr>
        <dsp:cNvPr id="0" name=""/>
        <dsp:cNvSpPr/>
      </dsp:nvSpPr>
      <dsp:spPr>
        <a:xfrm>
          <a:off x="2349476" y="309009"/>
          <a:ext cx="2346140" cy="2346140"/>
        </a:xfrm>
        <a:prstGeom prst="pieWedg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System Metrics</a:t>
          </a:r>
        </a:p>
      </dsp:txBody>
      <dsp:txXfrm>
        <a:off x="3036644" y="996177"/>
        <a:ext cx="1658972" cy="1658972"/>
      </dsp:txXfrm>
    </dsp:sp>
    <dsp:sp modelId="{119D0EDF-DA3C-A643-A773-3BFD64C0B29D}">
      <dsp:nvSpPr>
        <dsp:cNvPr id="0" name=""/>
        <dsp:cNvSpPr/>
      </dsp:nvSpPr>
      <dsp:spPr>
        <a:xfrm rot="5400000">
          <a:off x="4803983" y="309009"/>
          <a:ext cx="2346140" cy="2346140"/>
        </a:xfrm>
        <a:prstGeom prst="pieWedg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DevOps</a:t>
          </a:r>
        </a:p>
      </dsp:txBody>
      <dsp:txXfrm rot="-5400000">
        <a:off x="4803983" y="996177"/>
        <a:ext cx="1658972" cy="1658972"/>
      </dsp:txXfrm>
    </dsp:sp>
    <dsp:sp modelId="{7DFA25EF-503A-7243-A382-55B0AB457236}">
      <dsp:nvSpPr>
        <dsp:cNvPr id="0" name=""/>
        <dsp:cNvSpPr/>
      </dsp:nvSpPr>
      <dsp:spPr>
        <a:xfrm rot="10800000">
          <a:off x="4803983" y="2763516"/>
          <a:ext cx="2346140" cy="2346140"/>
        </a:xfrm>
        <a:prstGeom prst="pieWedg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SG" sz="2800" b="0" i="0" kern="1200" dirty="0"/>
            <a:t>Tech Stack</a:t>
          </a:r>
          <a:endParaRPr lang="en-GB" sz="2800" kern="1200" dirty="0"/>
        </a:p>
      </dsp:txBody>
      <dsp:txXfrm rot="10800000">
        <a:off x="4803983" y="2763516"/>
        <a:ext cx="1658972" cy="1658972"/>
      </dsp:txXfrm>
    </dsp:sp>
    <dsp:sp modelId="{62DC697B-3FBA-F54B-BBF1-B52C405AA56C}">
      <dsp:nvSpPr>
        <dsp:cNvPr id="0" name=""/>
        <dsp:cNvSpPr/>
      </dsp:nvSpPr>
      <dsp:spPr>
        <a:xfrm rot="16200000">
          <a:off x="2349476" y="2763516"/>
          <a:ext cx="2346140" cy="2346140"/>
        </a:xfrm>
        <a:prstGeom prst="pieWedg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t>Infra</a:t>
          </a:r>
        </a:p>
      </dsp:txBody>
      <dsp:txXfrm rot="5400000">
        <a:off x="3036644" y="2763516"/>
        <a:ext cx="1658972" cy="1658972"/>
      </dsp:txXfrm>
    </dsp:sp>
    <dsp:sp modelId="{4672985E-C06B-1949-B627-F13AF1DBE605}">
      <dsp:nvSpPr>
        <dsp:cNvPr id="0" name=""/>
        <dsp:cNvSpPr/>
      </dsp:nvSpPr>
      <dsp:spPr>
        <a:xfrm>
          <a:off x="4344779" y="2221683"/>
          <a:ext cx="810041" cy="704383"/>
        </a:xfrm>
        <a:prstGeom prst="circularArrow">
          <a:avLst/>
        </a:prstGeom>
        <a:solidFill>
          <a:schemeClr val="accent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4BBD1C-A999-3540-8290-499BE0856009}">
      <dsp:nvSpPr>
        <dsp:cNvPr id="0" name=""/>
        <dsp:cNvSpPr/>
      </dsp:nvSpPr>
      <dsp:spPr>
        <a:xfrm rot="10800000">
          <a:off x="4344779" y="2492599"/>
          <a:ext cx="810041" cy="704383"/>
        </a:xfrm>
        <a:prstGeom prst="circularArrow">
          <a:avLst/>
        </a:prstGeom>
        <a:solidFill>
          <a:schemeClr val="accent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EE3FD-161C-43BC-A8BB-812360359BDD}" type="datetimeFigureOut">
              <a:rPr lang="en-SG" smtClean="0"/>
              <a:t>8/2/26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D0A11-E896-44D5-8AE2-EE3F53E2ABD3}" type="slidenum">
              <a:rPr lang="en-SG" smtClean="0"/>
              <a:t>‹#›</a:t>
            </a:fld>
            <a:endParaRPr lang="en-SG"/>
          </a:p>
        </p:txBody>
      </p:sp>
    </p:spTree>
    <p:extLst>
      <p:ext uri="{BB962C8B-B14F-4D97-AF65-F5344CB8AC3E}">
        <p14:creationId xmlns:p14="http://schemas.microsoft.com/office/powerpoint/2010/main" val="2055867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8937-E69A-3C26-F03F-AD6504CBB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F9A86-4759-C298-75C7-5D154330229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4005BE3-5BB5-A3C1-E674-C66522F47B0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C49C91E-2581-8059-9DCD-730F11F9717D}"/>
              </a:ext>
            </a:extLst>
          </p:cNvPr>
          <p:cNvSpPr>
            <a:spLocks noGrp="1"/>
          </p:cNvSpPr>
          <p:nvPr>
            <p:ph type="sldNum" sz="quarter" idx="5"/>
          </p:nvPr>
        </p:nvSpPr>
        <p:spPr/>
        <p:txBody>
          <a:bodyPr/>
          <a:lstStyle/>
          <a:p>
            <a:fld id="{7C6041C6-3181-4E86-B7CB-55F6F89778B7}" type="slidenum">
              <a:rPr lang="en-SG" smtClean="0"/>
              <a:t>2</a:t>
            </a:fld>
            <a:endParaRPr lang="en-SG"/>
          </a:p>
        </p:txBody>
      </p:sp>
    </p:spTree>
    <p:extLst>
      <p:ext uri="{BB962C8B-B14F-4D97-AF65-F5344CB8AC3E}">
        <p14:creationId xmlns:p14="http://schemas.microsoft.com/office/powerpoint/2010/main" val="4181343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BC88F-6DED-6A82-E395-873860B63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259F-052F-EA63-3AC0-330B488873A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5CBDFD4-3E65-0C45-7903-1FA98D2A669C}"/>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09AEA339-EAB0-57C3-DD07-1B034FE90622}"/>
              </a:ext>
            </a:extLst>
          </p:cNvPr>
          <p:cNvSpPr>
            <a:spLocks noGrp="1"/>
          </p:cNvSpPr>
          <p:nvPr>
            <p:ph type="sldNum" sz="quarter" idx="5"/>
          </p:nvPr>
        </p:nvSpPr>
        <p:spPr/>
        <p:txBody>
          <a:bodyPr/>
          <a:lstStyle/>
          <a:p>
            <a:fld id="{7C6041C6-3181-4E86-B7CB-55F6F89778B7}" type="slidenum">
              <a:rPr lang="en-SG" smtClean="0"/>
              <a:t>3</a:t>
            </a:fld>
            <a:endParaRPr lang="en-SG"/>
          </a:p>
        </p:txBody>
      </p:sp>
    </p:spTree>
    <p:extLst>
      <p:ext uri="{BB962C8B-B14F-4D97-AF65-F5344CB8AC3E}">
        <p14:creationId xmlns:p14="http://schemas.microsoft.com/office/powerpoint/2010/main" val="439040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EE89-7496-18E4-E077-DABB0A66A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7D511-0376-6EBE-6725-2FB3A0F3B38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136029A-FE33-1F0F-8209-9DBDB3A139F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30AA801-3FDE-11B0-FC03-C32A12CDE0B2}"/>
              </a:ext>
            </a:extLst>
          </p:cNvPr>
          <p:cNvSpPr>
            <a:spLocks noGrp="1"/>
          </p:cNvSpPr>
          <p:nvPr>
            <p:ph type="sldNum" sz="quarter" idx="5"/>
          </p:nvPr>
        </p:nvSpPr>
        <p:spPr/>
        <p:txBody>
          <a:bodyPr/>
          <a:lstStyle/>
          <a:p>
            <a:fld id="{7C6041C6-3181-4E86-B7CB-55F6F89778B7}" type="slidenum">
              <a:rPr lang="en-SG" smtClean="0"/>
              <a:t>4</a:t>
            </a:fld>
            <a:endParaRPr lang="en-SG"/>
          </a:p>
        </p:txBody>
      </p:sp>
    </p:spTree>
    <p:extLst>
      <p:ext uri="{BB962C8B-B14F-4D97-AF65-F5344CB8AC3E}">
        <p14:creationId xmlns:p14="http://schemas.microsoft.com/office/powerpoint/2010/main" val="2375157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259A-332D-4D34-EAD9-11306F583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6C0BC-C505-7892-7710-74D73D7B30D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CBFD777-6905-772B-B146-1A2083433D3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BB57E9C-B146-F4C3-7637-020F0676933D}"/>
              </a:ext>
            </a:extLst>
          </p:cNvPr>
          <p:cNvSpPr>
            <a:spLocks noGrp="1"/>
          </p:cNvSpPr>
          <p:nvPr>
            <p:ph type="sldNum" sz="quarter" idx="5"/>
          </p:nvPr>
        </p:nvSpPr>
        <p:spPr/>
        <p:txBody>
          <a:bodyPr/>
          <a:lstStyle/>
          <a:p>
            <a:fld id="{7C6041C6-3181-4E86-B7CB-55F6F89778B7}" type="slidenum">
              <a:rPr lang="en-SG" smtClean="0"/>
              <a:t>5</a:t>
            </a:fld>
            <a:endParaRPr lang="en-SG"/>
          </a:p>
        </p:txBody>
      </p:sp>
    </p:spTree>
    <p:extLst>
      <p:ext uri="{BB962C8B-B14F-4D97-AF65-F5344CB8AC3E}">
        <p14:creationId xmlns:p14="http://schemas.microsoft.com/office/powerpoint/2010/main" val="3673367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C5760-8876-494F-4626-EB1AFD2CA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9A58A-C7B9-6C84-BFD8-21F143780C2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5472B2C-DAF9-3F1D-3564-EC876A2AF65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0ECE2EC-1AB8-59D0-25C3-D9C6C217F35D}"/>
              </a:ext>
            </a:extLst>
          </p:cNvPr>
          <p:cNvSpPr>
            <a:spLocks noGrp="1"/>
          </p:cNvSpPr>
          <p:nvPr>
            <p:ph type="sldNum" sz="quarter" idx="5"/>
          </p:nvPr>
        </p:nvSpPr>
        <p:spPr/>
        <p:txBody>
          <a:bodyPr/>
          <a:lstStyle/>
          <a:p>
            <a:fld id="{7C6041C6-3181-4E86-B7CB-55F6F89778B7}" type="slidenum">
              <a:rPr lang="en-SG" smtClean="0"/>
              <a:t>6</a:t>
            </a:fld>
            <a:endParaRPr lang="en-SG"/>
          </a:p>
        </p:txBody>
      </p:sp>
    </p:spTree>
    <p:extLst>
      <p:ext uri="{BB962C8B-B14F-4D97-AF65-F5344CB8AC3E}">
        <p14:creationId xmlns:p14="http://schemas.microsoft.com/office/powerpoint/2010/main" val="3593257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FAEC5-34A3-557E-544C-34284B075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87FCD-DE27-4AAE-C700-A5692D95C4E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92FA048-5650-BE8C-699B-45AB5736063A}"/>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19F03B1-51EA-74AA-041F-73FF2B5BFDB2}"/>
              </a:ext>
            </a:extLst>
          </p:cNvPr>
          <p:cNvSpPr>
            <a:spLocks noGrp="1"/>
          </p:cNvSpPr>
          <p:nvPr>
            <p:ph type="sldNum" sz="quarter" idx="5"/>
          </p:nvPr>
        </p:nvSpPr>
        <p:spPr/>
        <p:txBody>
          <a:bodyPr/>
          <a:lstStyle/>
          <a:p>
            <a:fld id="{7C6041C6-3181-4E86-B7CB-55F6F89778B7}" type="slidenum">
              <a:rPr lang="en-SG" smtClean="0"/>
              <a:t>7</a:t>
            </a:fld>
            <a:endParaRPr lang="en-SG"/>
          </a:p>
        </p:txBody>
      </p:sp>
    </p:spTree>
    <p:extLst>
      <p:ext uri="{BB962C8B-B14F-4D97-AF65-F5344CB8AC3E}">
        <p14:creationId xmlns:p14="http://schemas.microsoft.com/office/powerpoint/2010/main" val="2458237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690A-C96C-7B95-952D-0D209298A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0244D-A3C3-493A-14CC-9384F073055B}"/>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12967DD-251D-441D-F55C-ACA3A2C5263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19B525B-8E2E-C166-C9F3-F67619641C54}"/>
              </a:ext>
            </a:extLst>
          </p:cNvPr>
          <p:cNvSpPr>
            <a:spLocks noGrp="1"/>
          </p:cNvSpPr>
          <p:nvPr>
            <p:ph type="sldNum" sz="quarter" idx="5"/>
          </p:nvPr>
        </p:nvSpPr>
        <p:spPr/>
        <p:txBody>
          <a:bodyPr/>
          <a:lstStyle/>
          <a:p>
            <a:fld id="{7C6041C6-3181-4E86-B7CB-55F6F89778B7}" type="slidenum">
              <a:rPr lang="en-SG" smtClean="0"/>
              <a:t>8</a:t>
            </a:fld>
            <a:endParaRPr lang="en-SG"/>
          </a:p>
        </p:txBody>
      </p:sp>
    </p:spTree>
    <p:extLst>
      <p:ext uri="{BB962C8B-B14F-4D97-AF65-F5344CB8AC3E}">
        <p14:creationId xmlns:p14="http://schemas.microsoft.com/office/powerpoint/2010/main" val="1265206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8ECC7-96D2-EAC2-E510-E3031832C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3712-720A-8590-F629-7DA34804A13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773873A-3F5D-F6EE-B1F7-B03D4EDFDCC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D9D1820-DD4E-AFB8-9E7B-003A989D9464}"/>
              </a:ext>
            </a:extLst>
          </p:cNvPr>
          <p:cNvSpPr>
            <a:spLocks noGrp="1"/>
          </p:cNvSpPr>
          <p:nvPr>
            <p:ph type="sldNum" sz="quarter" idx="5"/>
          </p:nvPr>
        </p:nvSpPr>
        <p:spPr/>
        <p:txBody>
          <a:bodyPr/>
          <a:lstStyle/>
          <a:p>
            <a:fld id="{7C6041C6-3181-4E86-B7CB-55F6F89778B7}" type="slidenum">
              <a:rPr lang="en-SG" smtClean="0"/>
              <a:t>9</a:t>
            </a:fld>
            <a:endParaRPr lang="en-SG"/>
          </a:p>
        </p:txBody>
      </p:sp>
    </p:spTree>
    <p:extLst>
      <p:ext uri="{BB962C8B-B14F-4D97-AF65-F5344CB8AC3E}">
        <p14:creationId xmlns:p14="http://schemas.microsoft.com/office/powerpoint/2010/main" val="382516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2AA6-CBF5-68E1-B9F4-988283683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CD027-2E57-21B5-36F1-E47D288D33A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65E6F56-3D4C-7C74-2DBF-5E7FCA04069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9C13364-4A33-F90E-BBD1-11522DE98294}"/>
              </a:ext>
            </a:extLst>
          </p:cNvPr>
          <p:cNvSpPr>
            <a:spLocks noGrp="1"/>
          </p:cNvSpPr>
          <p:nvPr>
            <p:ph type="sldNum" sz="quarter" idx="5"/>
          </p:nvPr>
        </p:nvSpPr>
        <p:spPr/>
        <p:txBody>
          <a:bodyPr/>
          <a:lstStyle/>
          <a:p>
            <a:fld id="{7C6041C6-3181-4E86-B7CB-55F6F89778B7}" type="slidenum">
              <a:rPr lang="en-SG" smtClean="0"/>
              <a:t>10</a:t>
            </a:fld>
            <a:endParaRPr lang="en-SG"/>
          </a:p>
        </p:txBody>
      </p:sp>
    </p:spTree>
    <p:extLst>
      <p:ext uri="{BB962C8B-B14F-4D97-AF65-F5344CB8AC3E}">
        <p14:creationId xmlns:p14="http://schemas.microsoft.com/office/powerpoint/2010/main" val="2919628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4BAB7-BCE0-19CD-C4A2-649C25332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831A5-C831-1D10-8712-9AB880842CA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E267012-137E-24E1-E223-EF43D70DFB7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45EA403-BF86-92D3-E361-E160C7B98074}"/>
              </a:ext>
            </a:extLst>
          </p:cNvPr>
          <p:cNvSpPr>
            <a:spLocks noGrp="1"/>
          </p:cNvSpPr>
          <p:nvPr>
            <p:ph type="sldNum" sz="quarter" idx="5"/>
          </p:nvPr>
        </p:nvSpPr>
        <p:spPr/>
        <p:txBody>
          <a:bodyPr/>
          <a:lstStyle/>
          <a:p>
            <a:fld id="{7C6041C6-3181-4E86-B7CB-55F6F89778B7}" type="slidenum">
              <a:rPr lang="en-SG" smtClean="0"/>
              <a:t>11</a:t>
            </a:fld>
            <a:endParaRPr lang="en-SG"/>
          </a:p>
        </p:txBody>
      </p:sp>
    </p:spTree>
    <p:extLst>
      <p:ext uri="{BB962C8B-B14F-4D97-AF65-F5344CB8AC3E}">
        <p14:creationId xmlns:p14="http://schemas.microsoft.com/office/powerpoint/2010/main" val="2425416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278F2-9ABC-670C-40F9-1DBDAEE4B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A566D-79CD-308E-1F46-106274F787CF}"/>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7E14DF7-8F64-BF55-BA67-C54C4ADFF364}"/>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08F7779-B351-B47D-48FD-313228A304D8}"/>
              </a:ext>
            </a:extLst>
          </p:cNvPr>
          <p:cNvSpPr>
            <a:spLocks noGrp="1"/>
          </p:cNvSpPr>
          <p:nvPr>
            <p:ph type="sldNum" sz="quarter" idx="5"/>
          </p:nvPr>
        </p:nvSpPr>
        <p:spPr/>
        <p:txBody>
          <a:bodyPr/>
          <a:lstStyle/>
          <a:p>
            <a:fld id="{7C6041C6-3181-4E86-B7CB-55F6F89778B7}" type="slidenum">
              <a:rPr lang="en-SG" smtClean="0"/>
              <a:t>12</a:t>
            </a:fld>
            <a:endParaRPr lang="en-SG"/>
          </a:p>
        </p:txBody>
      </p:sp>
    </p:spTree>
    <p:extLst>
      <p:ext uri="{BB962C8B-B14F-4D97-AF65-F5344CB8AC3E}">
        <p14:creationId xmlns:p14="http://schemas.microsoft.com/office/powerpoint/2010/main" val="3172092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7979B-E20E-9143-EC39-25A1FE30C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5CAFB-4B41-5C50-DBD3-CE428889743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7C7B6F8-E4E5-F5B7-D120-F9FF87DDF8DE}"/>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5EA30BA-86C4-2595-CB66-2D5C8D4AB2C1}"/>
              </a:ext>
            </a:extLst>
          </p:cNvPr>
          <p:cNvSpPr>
            <a:spLocks noGrp="1"/>
          </p:cNvSpPr>
          <p:nvPr>
            <p:ph type="sldNum" sz="quarter" idx="5"/>
          </p:nvPr>
        </p:nvSpPr>
        <p:spPr/>
        <p:txBody>
          <a:bodyPr/>
          <a:lstStyle/>
          <a:p>
            <a:fld id="{7C6041C6-3181-4E86-B7CB-55F6F89778B7}" type="slidenum">
              <a:rPr lang="en-SG" smtClean="0"/>
              <a:t>13</a:t>
            </a:fld>
            <a:endParaRPr lang="en-SG"/>
          </a:p>
        </p:txBody>
      </p:sp>
    </p:spTree>
    <p:extLst>
      <p:ext uri="{BB962C8B-B14F-4D97-AF65-F5344CB8AC3E}">
        <p14:creationId xmlns:p14="http://schemas.microsoft.com/office/powerpoint/2010/main" val="9093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6C90E-F5C9-B622-076D-5E3DD6DFB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45546-B9C4-2A6F-9926-C6E29B9A8CB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04A986D-7468-2429-1C04-27DF0B24E06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798671A-381C-6239-0282-0FE85BDC4043}"/>
              </a:ext>
            </a:extLst>
          </p:cNvPr>
          <p:cNvSpPr>
            <a:spLocks noGrp="1"/>
          </p:cNvSpPr>
          <p:nvPr>
            <p:ph type="sldNum" sz="quarter" idx="5"/>
          </p:nvPr>
        </p:nvSpPr>
        <p:spPr/>
        <p:txBody>
          <a:bodyPr/>
          <a:lstStyle/>
          <a:p>
            <a:fld id="{7C6041C6-3181-4E86-B7CB-55F6F89778B7}" type="slidenum">
              <a:rPr lang="en-SG" smtClean="0"/>
              <a:t>14</a:t>
            </a:fld>
            <a:endParaRPr lang="en-SG"/>
          </a:p>
        </p:txBody>
      </p:sp>
    </p:spTree>
    <p:extLst>
      <p:ext uri="{BB962C8B-B14F-4D97-AF65-F5344CB8AC3E}">
        <p14:creationId xmlns:p14="http://schemas.microsoft.com/office/powerpoint/2010/main" val="2386830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319B-ECB8-EB4C-A812-DDE36F814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C5EA3-9200-7ECB-8F74-32DB2D96A3A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84E9FF7-9EF0-E2BA-3B25-B3B7E70F344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7CD82D8-0B48-4F82-FE29-441CC50CA1AF}"/>
              </a:ext>
            </a:extLst>
          </p:cNvPr>
          <p:cNvSpPr>
            <a:spLocks noGrp="1"/>
          </p:cNvSpPr>
          <p:nvPr>
            <p:ph type="sldNum" sz="quarter" idx="5"/>
          </p:nvPr>
        </p:nvSpPr>
        <p:spPr/>
        <p:txBody>
          <a:bodyPr/>
          <a:lstStyle/>
          <a:p>
            <a:fld id="{7C6041C6-3181-4E86-B7CB-55F6F89778B7}" type="slidenum">
              <a:rPr lang="en-SG" smtClean="0"/>
              <a:t>15</a:t>
            </a:fld>
            <a:endParaRPr lang="en-SG"/>
          </a:p>
        </p:txBody>
      </p:sp>
    </p:spTree>
    <p:extLst>
      <p:ext uri="{BB962C8B-B14F-4D97-AF65-F5344CB8AC3E}">
        <p14:creationId xmlns:p14="http://schemas.microsoft.com/office/powerpoint/2010/main" val="3206929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40FD0-F440-812B-1929-B9BBE89CF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7A43A-DADB-14C3-37F8-1C143BB7529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467D8E8-5419-63EC-B261-D3ADBB59313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BF7C44C-85A4-C053-CAA1-C1A3CF79EC89}"/>
              </a:ext>
            </a:extLst>
          </p:cNvPr>
          <p:cNvSpPr>
            <a:spLocks noGrp="1"/>
          </p:cNvSpPr>
          <p:nvPr>
            <p:ph type="sldNum" sz="quarter" idx="5"/>
          </p:nvPr>
        </p:nvSpPr>
        <p:spPr/>
        <p:txBody>
          <a:bodyPr/>
          <a:lstStyle/>
          <a:p>
            <a:fld id="{7C6041C6-3181-4E86-B7CB-55F6F89778B7}" type="slidenum">
              <a:rPr lang="en-SG" smtClean="0"/>
              <a:t>16</a:t>
            </a:fld>
            <a:endParaRPr lang="en-SG"/>
          </a:p>
        </p:txBody>
      </p:sp>
    </p:spTree>
    <p:extLst>
      <p:ext uri="{BB962C8B-B14F-4D97-AF65-F5344CB8AC3E}">
        <p14:creationId xmlns:p14="http://schemas.microsoft.com/office/powerpoint/2010/main" val="3851152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6985-83F7-0D4B-D695-1B3801F52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F4B79-9A0B-FFF5-E077-64147BC13F4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9512D3C-4DC0-72DE-4A75-9EDB5D659BC3}"/>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FCA2695-96EA-EE20-ED09-413E00C6E9E2}"/>
              </a:ext>
            </a:extLst>
          </p:cNvPr>
          <p:cNvSpPr>
            <a:spLocks noGrp="1"/>
          </p:cNvSpPr>
          <p:nvPr>
            <p:ph type="sldNum" sz="quarter" idx="5"/>
          </p:nvPr>
        </p:nvSpPr>
        <p:spPr/>
        <p:txBody>
          <a:bodyPr/>
          <a:lstStyle/>
          <a:p>
            <a:fld id="{7C6041C6-3181-4E86-B7CB-55F6F89778B7}" type="slidenum">
              <a:rPr lang="en-SG" smtClean="0"/>
              <a:t>17</a:t>
            </a:fld>
            <a:endParaRPr lang="en-SG"/>
          </a:p>
        </p:txBody>
      </p:sp>
    </p:spTree>
    <p:extLst>
      <p:ext uri="{BB962C8B-B14F-4D97-AF65-F5344CB8AC3E}">
        <p14:creationId xmlns:p14="http://schemas.microsoft.com/office/powerpoint/2010/main" val="2770373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7BBB-E437-6B84-3F51-EEFECCEEF7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28B78CB-D0FC-0E08-12A5-63990FE37F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C008A34-3283-47BF-A141-BFDC35B6BE70}"/>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FB770EF0-6E60-E7C0-EC8B-6C45FBD54F3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5DB1B33-BD05-B882-8854-5D1F3CC84AA3}"/>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2607922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B26D-9014-921F-7A5C-7265A1C0C63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AEAA13D-3927-795D-CAF5-F44093B1FC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A360A81-7AAD-D798-95F8-1D5EF6714F82}"/>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ECE7275E-FAC9-EAEA-E44C-67E62E4C7C6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0F84619-EA20-B50E-33A0-459281F86DBF}"/>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4225612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66ED1-B323-590B-18F5-29F7405228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60F2D5E-B601-E4D7-D264-B385B7E299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E499B3-5D3B-7158-C303-A92877B045F7}"/>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D819A15F-DD9C-BBAF-9F35-9AC8D06D98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E2EEFD2-F4D4-34F4-8ED6-F1A3495EE1A2}"/>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375971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77AD4-BD00-4089-32AA-6E7C2F68835F}"/>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1A8FF3A7-6581-5700-8C9F-C03BCBDC7D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75DAF2BA-9F72-BF48-CD31-5FDD395267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51BE96B-2486-DAEF-EDD4-C36C62571C92}"/>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6" name="Footer Placeholder 5">
            <a:extLst>
              <a:ext uri="{FF2B5EF4-FFF2-40B4-BE49-F238E27FC236}">
                <a16:creationId xmlns:a16="http://schemas.microsoft.com/office/drawing/2014/main" id="{81DF18D2-46A0-F8DB-2A7B-E2A88971CF8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9918519-36D6-E4C7-CC5F-8127BF8843DB}"/>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1152381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0054-2D24-6244-EA4D-EB6A9C1D488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775B7D0B-854B-3870-7678-9A4557CF8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35A57-5D63-C363-7DDA-674ACE827B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D005EFDE-E9D8-C098-EBCA-624BC1B98B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49FC97-388D-C46F-7D52-CB2F063A1C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67B244A2-4C17-0F0B-F88D-04C2E6039423}"/>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8" name="Footer Placeholder 7">
            <a:extLst>
              <a:ext uri="{FF2B5EF4-FFF2-40B4-BE49-F238E27FC236}">
                <a16:creationId xmlns:a16="http://schemas.microsoft.com/office/drawing/2014/main" id="{656505F1-B744-A3B8-BBB4-364040D88E51}"/>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C69B377-9D28-7073-1E9C-3DEDE4760E0C}"/>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420804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A1F84-B8D7-076F-9192-C8AA92A40101}"/>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12E22492-08B7-AF2F-5E24-06FEDE5E1AAC}"/>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4" name="Footer Placeholder 3">
            <a:extLst>
              <a:ext uri="{FF2B5EF4-FFF2-40B4-BE49-F238E27FC236}">
                <a16:creationId xmlns:a16="http://schemas.microsoft.com/office/drawing/2014/main" id="{CCAF5B08-724D-37D2-F406-EF4B3CFC3E9E}"/>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4C948CC9-9487-B466-0F9C-C5BD368B82EC}"/>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1249594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EF5AC5-0B4E-CDEB-8DD8-AD41B5A58772}"/>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3" name="Footer Placeholder 2">
            <a:extLst>
              <a:ext uri="{FF2B5EF4-FFF2-40B4-BE49-F238E27FC236}">
                <a16:creationId xmlns:a16="http://schemas.microsoft.com/office/drawing/2014/main" id="{7C00592A-8ED3-3B9B-3C20-E69697B1EBCB}"/>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9F04C5C-B932-989B-9E4E-EBD2C67660E6}"/>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390991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4780-754D-61C9-165E-6F1C7F1EFB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680FBC4D-5470-FB68-798F-A4404B147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2F202BC-EC23-054D-4122-32FE770EEB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9C8C6-13D1-F822-05C1-46E802D84878}"/>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6" name="Footer Placeholder 5">
            <a:extLst>
              <a:ext uri="{FF2B5EF4-FFF2-40B4-BE49-F238E27FC236}">
                <a16:creationId xmlns:a16="http://schemas.microsoft.com/office/drawing/2014/main" id="{5E75DF2A-5861-8C36-64E4-11E4479A9DF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7AE705B-0B60-D241-2C1D-A39379AF3CFA}"/>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265741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38E8C-3355-023F-4CF7-54F10BFD0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4A869C11-C3B4-11BE-8863-597F025230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F8A80C8-6BF6-7F0A-D353-C138E1BFE9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17A7FD-20ED-3641-97FD-A604F1E022E6}"/>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6" name="Footer Placeholder 5">
            <a:extLst>
              <a:ext uri="{FF2B5EF4-FFF2-40B4-BE49-F238E27FC236}">
                <a16:creationId xmlns:a16="http://schemas.microsoft.com/office/drawing/2014/main" id="{1E65ACEC-669A-4C46-A5FB-1648A3F0BA2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47F3EFA-4E11-E3F2-F375-E66D3C25239F}"/>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3432479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23731-A3FD-A751-5798-83A49D7F3FD8}"/>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7C3FB511-4C0C-3D0F-FDDE-E1FD94F0DF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E9FBDF5-B022-6133-8E36-1CA7A5971BE1}"/>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1FB9714D-1DD5-488B-6415-B41D60559A0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83E845B-D0AA-4F5F-5B5A-C55D855BE512}"/>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3469870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FF726B-A75C-1345-BA60-1AB5ED5C2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BAD71D1-33B8-5878-49CF-05393D2907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840F84A-FA88-AB47-70CC-D3F22F1AA975}"/>
              </a:ext>
            </a:extLst>
          </p:cNvPr>
          <p:cNvSpPr>
            <a:spLocks noGrp="1"/>
          </p:cNvSpPr>
          <p:nvPr>
            <p:ph type="dt" sz="half" idx="10"/>
          </p:nvPr>
        </p:nvSpPr>
        <p:spPr/>
        <p:txBody>
          <a:body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D2418850-10BD-8013-F347-9AD3DE4EFB1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57A400E-288B-3534-9C16-0F729B4CC3BD}"/>
              </a:ext>
            </a:extLst>
          </p:cNvPr>
          <p:cNvSpPr>
            <a:spLocks noGrp="1"/>
          </p:cNvSpPr>
          <p:nvPr>
            <p:ph type="sldNum" sz="quarter" idx="12"/>
          </p:nvPr>
        </p:nvSpPr>
        <p:spPr/>
        <p:txBody>
          <a:bodyPr/>
          <a:lstStyle/>
          <a:p>
            <a:fld id="{5ED4A3F6-F3C8-4213-80AB-6B7428EF02C0}" type="slidenum">
              <a:rPr lang="en-SG" smtClean="0"/>
              <a:t>‹#›</a:t>
            </a:fld>
            <a:endParaRPr lang="en-SG"/>
          </a:p>
        </p:txBody>
      </p:sp>
    </p:spTree>
    <p:extLst>
      <p:ext uri="{BB962C8B-B14F-4D97-AF65-F5344CB8AC3E}">
        <p14:creationId xmlns:p14="http://schemas.microsoft.com/office/powerpoint/2010/main" val="1199270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0" name="Picture 19" descr="A green and black background&#10;&#10;Description automatically generated">
            <a:extLst>
              <a:ext uri="{FF2B5EF4-FFF2-40B4-BE49-F238E27FC236}">
                <a16:creationId xmlns:a16="http://schemas.microsoft.com/office/drawing/2014/main" id="{0D7EE98A-1EA3-A65B-34AB-AD6BD7A38C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07"/>
            <a:ext cx="12190173" cy="6858907"/>
          </a:xfrm>
          <a:prstGeom prst="rect">
            <a:avLst/>
          </a:prstGeom>
        </p:spPr>
      </p:pic>
      <p:sp>
        <p:nvSpPr>
          <p:cNvPr id="7" name="Text Placeholder 2">
            <a:extLst>
              <a:ext uri="{FF2B5EF4-FFF2-40B4-BE49-F238E27FC236}">
                <a16:creationId xmlns:a16="http://schemas.microsoft.com/office/drawing/2014/main" id="{83441D8A-03E7-BE63-97BF-2C4972E86941}"/>
              </a:ext>
            </a:extLst>
          </p:cNvPr>
          <p:cNvSpPr>
            <a:spLocks noGrp="1"/>
          </p:cNvSpPr>
          <p:nvPr>
            <p:ph type="body" idx="1" hasCustomPrompt="1"/>
          </p:nvPr>
        </p:nvSpPr>
        <p:spPr>
          <a:xfrm>
            <a:off x="847482" y="3461688"/>
            <a:ext cx="5682627" cy="332399"/>
          </a:xfrm>
        </p:spPr>
        <p:txBody>
          <a:bodyPr lIns="0" tIns="0" rIns="0" bIns="0">
            <a:noAutofit/>
          </a:bodyPr>
          <a:lstStyle>
            <a:lvl1pPr marL="0" indent="0">
              <a:buNone/>
              <a:defRPr sz="2400">
                <a:solidFill>
                  <a:schemeClr val="bg1"/>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sub headline here</a:t>
            </a:r>
          </a:p>
        </p:txBody>
      </p:sp>
      <p:sp>
        <p:nvSpPr>
          <p:cNvPr id="2" name="Title 1">
            <a:extLst>
              <a:ext uri="{FF2B5EF4-FFF2-40B4-BE49-F238E27FC236}">
                <a16:creationId xmlns:a16="http://schemas.microsoft.com/office/drawing/2014/main" id="{E604495D-C8D4-6132-4E9C-DEC4EB9573CC}"/>
              </a:ext>
            </a:extLst>
          </p:cNvPr>
          <p:cNvSpPr>
            <a:spLocks noGrp="1"/>
          </p:cNvSpPr>
          <p:nvPr>
            <p:ph type="ctrTitle" hasCustomPrompt="1"/>
          </p:nvPr>
        </p:nvSpPr>
        <p:spPr>
          <a:xfrm>
            <a:off x="847482" y="1990649"/>
            <a:ext cx="5682627" cy="1410643"/>
          </a:xfrm>
        </p:spPr>
        <p:txBody>
          <a:bodyPr lIns="0" tIns="0" rIns="0" bIns="0" anchor="b" anchorCtr="0">
            <a:noAutofit/>
          </a:bodyPr>
          <a:lstStyle>
            <a:lvl1pPr algn="l">
              <a:lnSpc>
                <a:spcPts val="5500"/>
              </a:lnSpc>
              <a:defRPr sz="5700" b="1">
                <a:solidFill>
                  <a:schemeClr val="bg1"/>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stStyle>
          <a:p>
            <a:r>
              <a:rPr lang="en-US"/>
              <a:t>Presentation Headline Here</a:t>
            </a:r>
            <a:endParaRPr lang="en-SG"/>
          </a:p>
        </p:txBody>
      </p:sp>
      <p:pic>
        <p:nvPicPr>
          <p:cNvPr id="21" name="Picture 20">
            <a:extLst>
              <a:ext uri="{FF2B5EF4-FFF2-40B4-BE49-F238E27FC236}">
                <a16:creationId xmlns:a16="http://schemas.microsoft.com/office/drawing/2014/main" id="{9EAF8737-E3CE-8D5C-BD34-B0E550164F1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644008" y="359435"/>
            <a:ext cx="2232184" cy="895304"/>
          </a:xfrm>
          <a:prstGeom prst="rect">
            <a:avLst/>
          </a:prstGeom>
        </p:spPr>
      </p:pic>
      <p:sp>
        <p:nvSpPr>
          <p:cNvPr id="3" name="Text Placeholder 2">
            <a:extLst>
              <a:ext uri="{FF2B5EF4-FFF2-40B4-BE49-F238E27FC236}">
                <a16:creationId xmlns:a16="http://schemas.microsoft.com/office/drawing/2014/main" id="{B49EC796-CEAE-018D-1BE9-FFD38E750AB7}"/>
              </a:ext>
            </a:extLst>
          </p:cNvPr>
          <p:cNvSpPr>
            <a:spLocks noGrp="1"/>
          </p:cNvSpPr>
          <p:nvPr>
            <p:ph type="body" idx="10" hasCustomPrompt="1"/>
          </p:nvPr>
        </p:nvSpPr>
        <p:spPr>
          <a:xfrm>
            <a:off x="847482" y="4434929"/>
            <a:ext cx="5682627" cy="464743"/>
          </a:xfrm>
        </p:spPr>
        <p:txBody>
          <a:bodyPr lIns="0" tIns="0" rIns="0" bIns="0">
            <a:noAutofit/>
          </a:bodyPr>
          <a:lstStyle>
            <a:lvl1pPr marL="0" indent="0">
              <a:spcBef>
                <a:spcPts val="600"/>
              </a:spcBef>
              <a:buNone/>
              <a:defRPr sz="1600">
                <a:solidFill>
                  <a:schemeClr val="bg1"/>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Presented by:</a:t>
            </a:r>
          </a:p>
          <a:p>
            <a:pPr lvl="0"/>
            <a:r>
              <a:rPr lang="en-US"/>
              <a:t>Date: DD Month YYYY</a:t>
            </a:r>
          </a:p>
        </p:txBody>
      </p:sp>
    </p:spTree>
    <p:extLst>
      <p:ext uri="{BB962C8B-B14F-4D97-AF65-F5344CB8AC3E}">
        <p14:creationId xmlns:p14="http://schemas.microsoft.com/office/powerpoint/2010/main" val="2280041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grpSp>
        <p:nvGrpSpPr>
          <p:cNvPr id="4" name="Group 81">
            <a:extLst>
              <a:ext uri="{FF2B5EF4-FFF2-40B4-BE49-F238E27FC236}">
                <a16:creationId xmlns:a16="http://schemas.microsoft.com/office/drawing/2014/main" id="{92EFF2E7-1EB1-13C9-CA5F-DF4729F99A90}"/>
              </a:ext>
            </a:extLst>
          </p:cNvPr>
          <p:cNvGrpSpPr/>
          <p:nvPr userDrawn="1"/>
        </p:nvGrpSpPr>
        <p:grpSpPr>
          <a:xfrm>
            <a:off x="199628" y="705582"/>
            <a:ext cx="11241382" cy="45739"/>
            <a:chOff x="3781466" y="5845460"/>
            <a:chExt cx="2783959" cy="49057"/>
          </a:xfrm>
        </p:grpSpPr>
        <p:sp>
          <p:nvSpPr>
            <p:cNvPr id="6" name="Rectangle 6">
              <a:extLst>
                <a:ext uri="{FF2B5EF4-FFF2-40B4-BE49-F238E27FC236}">
                  <a16:creationId xmlns:a16="http://schemas.microsoft.com/office/drawing/2014/main" id="{AE39ABCB-479E-785E-7A86-67CCF0BE6F2C}"/>
                </a:ext>
              </a:extLst>
            </p:cNvPr>
            <p:cNvSpPr/>
            <p:nvPr/>
          </p:nvSpPr>
          <p:spPr>
            <a:xfrm>
              <a:off x="3781466" y="5845460"/>
              <a:ext cx="1394543" cy="49035"/>
            </a:xfrm>
            <a:prstGeom prst="rect">
              <a:avLst/>
            </a:prstGeom>
            <a:solidFill>
              <a:srgbClr val="F58223"/>
            </a:solidFill>
            <a:ln w="9525" cap="flat" cmpd="sng" algn="ctr">
              <a:noFill/>
              <a:prstDash val="solid"/>
            </a:ln>
            <a:effectLst/>
          </p:spPr>
          <p:txBody>
            <a:bodyPr rtlCol="0" anchor="ctr"/>
            <a:lstStyle/>
            <a:p>
              <a:pPr algn="ctr">
                <a:defRPr/>
              </a:pPr>
              <a:endParaRPr lang="en-SG" kern="0">
                <a:solidFill>
                  <a:prstClr val="white"/>
                </a:solidFill>
              </a:endParaRPr>
            </a:p>
          </p:txBody>
        </p:sp>
        <p:sp>
          <p:nvSpPr>
            <p:cNvPr id="7" name="Rectangle 6">
              <a:extLst>
                <a:ext uri="{FF2B5EF4-FFF2-40B4-BE49-F238E27FC236}">
                  <a16:creationId xmlns:a16="http://schemas.microsoft.com/office/drawing/2014/main" id="{BDBC1083-4BE8-ADAB-8334-1691E213FDAB}"/>
                </a:ext>
              </a:extLst>
            </p:cNvPr>
            <p:cNvSpPr/>
            <p:nvPr/>
          </p:nvSpPr>
          <p:spPr>
            <a:xfrm>
              <a:off x="5170883" y="5845481"/>
              <a:ext cx="697271" cy="49035"/>
            </a:xfrm>
            <a:prstGeom prst="rect">
              <a:avLst/>
            </a:prstGeom>
            <a:solidFill>
              <a:srgbClr val="74B749"/>
            </a:solidFill>
            <a:ln w="9525" cap="flat" cmpd="sng" algn="ctr">
              <a:noFill/>
              <a:prstDash val="solid"/>
            </a:ln>
            <a:effectLst/>
          </p:spPr>
          <p:txBody>
            <a:bodyPr rtlCol="0" anchor="ctr"/>
            <a:lstStyle/>
            <a:p>
              <a:pPr algn="ctr">
                <a:defRPr/>
              </a:pPr>
              <a:endParaRPr lang="en-SG" kern="0">
                <a:solidFill>
                  <a:prstClr val="white"/>
                </a:solidFill>
              </a:endParaRPr>
            </a:p>
          </p:txBody>
        </p:sp>
        <p:sp>
          <p:nvSpPr>
            <p:cNvPr id="8" name="Rectangle 7">
              <a:extLst>
                <a:ext uri="{FF2B5EF4-FFF2-40B4-BE49-F238E27FC236}">
                  <a16:creationId xmlns:a16="http://schemas.microsoft.com/office/drawing/2014/main" id="{29AAAD29-648B-2D89-E97D-AA2EA112CE33}"/>
                </a:ext>
              </a:extLst>
            </p:cNvPr>
            <p:cNvSpPr/>
            <p:nvPr/>
          </p:nvSpPr>
          <p:spPr>
            <a:xfrm>
              <a:off x="5868154" y="5845482"/>
              <a:ext cx="697271" cy="49035"/>
            </a:xfrm>
            <a:prstGeom prst="rect">
              <a:avLst/>
            </a:prstGeom>
            <a:solidFill>
              <a:srgbClr val="BED73B"/>
            </a:solidFill>
            <a:ln w="9525" cap="flat" cmpd="sng" algn="ctr">
              <a:noFill/>
              <a:prstDash val="solid"/>
            </a:ln>
            <a:effectLst/>
          </p:spPr>
          <p:txBody>
            <a:bodyPr rtlCol="0" anchor="ctr"/>
            <a:lstStyle/>
            <a:p>
              <a:pPr algn="ctr">
                <a:defRPr/>
              </a:pPr>
              <a:endParaRPr lang="en-SG" kern="0">
                <a:solidFill>
                  <a:prstClr val="white"/>
                </a:solidFill>
              </a:endParaRPr>
            </a:p>
          </p:txBody>
        </p:sp>
      </p:grpSp>
      <p:sp>
        <p:nvSpPr>
          <p:cNvPr id="18" name="Slide Number Placeholder 5">
            <a:extLst>
              <a:ext uri="{FF2B5EF4-FFF2-40B4-BE49-F238E27FC236}">
                <a16:creationId xmlns:a16="http://schemas.microsoft.com/office/drawing/2014/main" id="{0E67102C-F210-9ED7-F8CA-1D8E94B705AE}"/>
              </a:ext>
            </a:extLst>
          </p:cNvPr>
          <p:cNvSpPr txBox="1">
            <a:spLocks/>
          </p:cNvSpPr>
          <p:nvPr userDrawn="1"/>
        </p:nvSpPr>
        <p:spPr>
          <a:xfrm>
            <a:off x="9187873" y="639791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F192CC-3CEC-4FE9-BD0C-5130143E81DB}" type="slidenum">
              <a:rPr lang="en-SG" sz="1000" smtClean="0">
                <a:latin typeface="Arial" panose="020B0604020202020204" pitchFamily="34" charset="0"/>
                <a:cs typeface="Arial" panose="020B0604020202020204" pitchFamily="34" charset="0"/>
              </a:rPr>
              <a:pPr/>
              <a:t>‹#›</a:t>
            </a:fld>
            <a:endParaRPr lang="en-SG" sz="100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9BDA18D0-9219-830A-CC59-DCD499623AD5}"/>
              </a:ext>
            </a:extLst>
          </p:cNvPr>
          <p:cNvSpPr>
            <a:spLocks noGrp="1"/>
          </p:cNvSpPr>
          <p:nvPr>
            <p:ph type="ctrTitle" hasCustomPrompt="1"/>
          </p:nvPr>
        </p:nvSpPr>
        <p:spPr>
          <a:xfrm>
            <a:off x="516509" y="155494"/>
            <a:ext cx="9059217" cy="474489"/>
          </a:xfrm>
        </p:spPr>
        <p:txBody>
          <a:bodyPr lIns="0" tIns="0" rIns="0" bIns="0" anchor="t" anchorCtr="0">
            <a:noAutofit/>
          </a:bodyPr>
          <a:lstStyle>
            <a:lvl1pPr algn="l">
              <a:lnSpc>
                <a:spcPts val="3700"/>
              </a:lnSpc>
              <a:defRPr sz="3600" b="1">
                <a:solidFill>
                  <a:srgbClr val="1BAD4B"/>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stStyle>
          <a:p>
            <a:r>
              <a:rPr lang="en-US"/>
              <a:t>Headline to be inserted in this space</a:t>
            </a:r>
            <a:endParaRPr lang="en-SG"/>
          </a:p>
        </p:txBody>
      </p:sp>
      <p:sp>
        <p:nvSpPr>
          <p:cNvPr id="3" name="Content Placeholder 2">
            <a:extLst>
              <a:ext uri="{FF2B5EF4-FFF2-40B4-BE49-F238E27FC236}">
                <a16:creationId xmlns:a16="http://schemas.microsoft.com/office/drawing/2014/main" id="{D255BE66-DBB5-7C88-86FA-214AAE1388E5}"/>
              </a:ext>
            </a:extLst>
          </p:cNvPr>
          <p:cNvSpPr>
            <a:spLocks noGrp="1"/>
          </p:cNvSpPr>
          <p:nvPr>
            <p:ph idx="1"/>
          </p:nvPr>
        </p:nvSpPr>
        <p:spPr>
          <a:xfrm>
            <a:off x="516509" y="1456902"/>
            <a:ext cx="11241382" cy="4351338"/>
          </a:xfrm>
        </p:spPr>
        <p:txBody>
          <a:bodyPr anchor="t" anchorCtr="0">
            <a:noAutofit/>
          </a:bodyPr>
          <a:lstStyle>
            <a:lvl1pPr>
              <a:defRPr sz="2400">
                <a:solidFill>
                  <a:srgbClr val="6D6E71"/>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vl2pPr>
              <a:defRPr sz="2000">
                <a:solidFill>
                  <a:srgbClr val="6D6E71"/>
                </a:solidFill>
                <a:latin typeface="Microsoft Sans Serif" panose="020B0604020202020204" pitchFamily="34" charset="0"/>
                <a:ea typeface="Microsoft Sans Serif" panose="020B0604020202020204" pitchFamily="34" charset="0"/>
                <a:cs typeface="Microsoft Sans Serif" panose="020B0604020202020204" pitchFamily="34" charset="0"/>
              </a:defRPr>
            </a:lvl2pPr>
            <a:lvl3pPr>
              <a:defRPr sz="1800">
                <a:solidFill>
                  <a:srgbClr val="6D6E71"/>
                </a:solidFill>
                <a:latin typeface="Microsoft Sans Serif" panose="020B0604020202020204" pitchFamily="34" charset="0"/>
                <a:ea typeface="Microsoft Sans Serif" panose="020B0604020202020204" pitchFamily="34" charset="0"/>
                <a:cs typeface="Microsoft Sans Serif" panose="020B0604020202020204" pitchFamily="34" charset="0"/>
              </a:defRPr>
            </a:lvl3pPr>
            <a:lvl4pPr>
              <a:defRPr sz="1600">
                <a:solidFill>
                  <a:srgbClr val="6D6E71"/>
                </a:solidFill>
                <a:latin typeface="Microsoft Sans Serif" panose="020B0604020202020204" pitchFamily="34" charset="0"/>
                <a:ea typeface="Microsoft Sans Serif" panose="020B0604020202020204" pitchFamily="34" charset="0"/>
                <a:cs typeface="Microsoft Sans Serif" panose="020B0604020202020204" pitchFamily="34" charset="0"/>
              </a:defRPr>
            </a:lvl4pPr>
            <a:lvl5pPr>
              <a:defRPr sz="1600">
                <a:solidFill>
                  <a:srgbClr val="6D6E71"/>
                </a:solidFill>
                <a:latin typeface="Microsoft Sans Serif" panose="020B0604020202020204" pitchFamily="34" charset="0"/>
                <a:ea typeface="Microsoft Sans Serif" panose="020B0604020202020204" pitchFamily="34" charset="0"/>
                <a:cs typeface="Microsoft Sans Serif"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pic>
        <p:nvPicPr>
          <p:cNvPr id="5" name="Picture 4" descr="A green and black background&#10;&#10;Description automatically generated">
            <a:extLst>
              <a:ext uri="{FF2B5EF4-FFF2-40B4-BE49-F238E27FC236}">
                <a16:creationId xmlns:a16="http://schemas.microsoft.com/office/drawing/2014/main" id="{7ACE62A4-BF54-6736-6B45-E48EA9CB49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flipH="1">
            <a:off x="9709399" y="-937261"/>
            <a:ext cx="1545339" cy="3419863"/>
          </a:xfrm>
          <a:prstGeom prst="rect">
            <a:avLst/>
          </a:prstGeom>
        </p:spPr>
      </p:pic>
    </p:spTree>
    <p:extLst>
      <p:ext uri="{BB962C8B-B14F-4D97-AF65-F5344CB8AC3E}">
        <p14:creationId xmlns:p14="http://schemas.microsoft.com/office/powerpoint/2010/main" val="2767252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2DB05C-5D84-E60D-A13F-C49AEAFC0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8C9CF13-F642-FA9E-5E20-5EFC569E33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E06E2AF-0F79-305F-2123-CC1D7A3FC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9FB53-DA03-4213-98BC-CD9C2C4C27A5}" type="datetimeFigureOut">
              <a:rPr lang="en-SG" smtClean="0"/>
              <a:t>8/2/26</a:t>
            </a:fld>
            <a:endParaRPr lang="en-SG"/>
          </a:p>
        </p:txBody>
      </p:sp>
      <p:sp>
        <p:nvSpPr>
          <p:cNvPr id="5" name="Footer Placeholder 4">
            <a:extLst>
              <a:ext uri="{FF2B5EF4-FFF2-40B4-BE49-F238E27FC236}">
                <a16:creationId xmlns:a16="http://schemas.microsoft.com/office/drawing/2014/main" id="{8C765337-FD77-2F0C-7BE2-5E12B2D7FA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6B4713BA-EAA8-1714-B1DD-5627FE0C16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D4A3F6-F3C8-4213-80AB-6B7428EF02C0}" type="slidenum">
              <a:rPr lang="en-SG" smtClean="0"/>
              <a:t>‹#›</a:t>
            </a:fld>
            <a:endParaRPr lang="en-SG"/>
          </a:p>
        </p:txBody>
      </p:sp>
    </p:spTree>
    <p:extLst>
      <p:ext uri="{BB962C8B-B14F-4D97-AF65-F5344CB8AC3E}">
        <p14:creationId xmlns:p14="http://schemas.microsoft.com/office/powerpoint/2010/main" val="3053861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67B606-6AAA-D0CA-8B76-C7B7E6ABF237}"/>
              </a:ext>
            </a:extLst>
          </p:cNvPr>
          <p:cNvSpPr>
            <a:spLocks noGrp="1"/>
          </p:cNvSpPr>
          <p:nvPr>
            <p:ph type="ctrTitle"/>
          </p:nvPr>
        </p:nvSpPr>
        <p:spPr>
          <a:xfrm>
            <a:off x="710322" y="1905802"/>
            <a:ext cx="9871953" cy="1339422"/>
          </a:xfrm>
          <a:noFill/>
        </p:spPr>
        <p:txBody>
          <a:bodyPr/>
          <a:lstStyle/>
          <a:p>
            <a:r>
              <a:rPr lang="en-US" sz="3600" dirty="0">
                <a:latin typeface="Microsoft Sans Serif"/>
                <a:ea typeface="Microsoft Sans Serif"/>
                <a:cs typeface="Microsoft Sans Serif"/>
              </a:rPr>
              <a:t>Engineer Data for Business Insights</a:t>
            </a:r>
            <a:br>
              <a:rPr lang="en-US" sz="3600" dirty="0">
                <a:latin typeface="Microsoft Sans Serif"/>
                <a:ea typeface="Microsoft Sans Serif"/>
                <a:cs typeface="Microsoft Sans Serif"/>
              </a:rPr>
            </a:br>
            <a:r>
              <a:rPr lang="en-US" sz="3600" dirty="0">
                <a:latin typeface="Microsoft Sans Serif"/>
                <a:ea typeface="Microsoft Sans Serif"/>
                <a:cs typeface="Microsoft Sans Serif"/>
              </a:rPr>
              <a:t>Team 06 – JinHui, Jeremy Gan</a:t>
            </a:r>
            <a:endParaRPr lang="en-SG" sz="3600" dirty="0"/>
          </a:p>
        </p:txBody>
      </p:sp>
      <p:sp>
        <p:nvSpPr>
          <p:cNvPr id="4" name="Text Placeholder 3">
            <a:extLst>
              <a:ext uri="{FF2B5EF4-FFF2-40B4-BE49-F238E27FC236}">
                <a16:creationId xmlns:a16="http://schemas.microsoft.com/office/drawing/2014/main" id="{5C5AD166-3782-D094-D218-5B29FADD97EE}"/>
              </a:ext>
            </a:extLst>
          </p:cNvPr>
          <p:cNvSpPr>
            <a:spLocks noGrp="1"/>
          </p:cNvSpPr>
          <p:nvPr>
            <p:ph type="body" idx="10"/>
          </p:nvPr>
        </p:nvSpPr>
        <p:spPr>
          <a:xfrm>
            <a:off x="710323" y="4815820"/>
            <a:ext cx="7857605" cy="800011"/>
          </a:xfrm>
        </p:spPr>
        <p:txBody>
          <a:bodyPr/>
          <a:lstStyle/>
          <a:p>
            <a:endParaRPr lang="en-SG" sz="2000" dirty="0"/>
          </a:p>
          <a:p>
            <a:r>
              <a:rPr lang="en-SG" sz="2000" dirty="0"/>
              <a:t>Date: 5 Feb 2026</a:t>
            </a:r>
          </a:p>
        </p:txBody>
      </p:sp>
      <p:sp>
        <p:nvSpPr>
          <p:cNvPr id="5" name="Text Placeholder 1">
            <a:extLst>
              <a:ext uri="{FF2B5EF4-FFF2-40B4-BE49-F238E27FC236}">
                <a16:creationId xmlns:a16="http://schemas.microsoft.com/office/drawing/2014/main" id="{707E02A8-6F62-D390-7829-599CA32C6320}"/>
              </a:ext>
            </a:extLst>
          </p:cNvPr>
          <p:cNvSpPr txBox="1">
            <a:spLocks/>
          </p:cNvSpPr>
          <p:nvPr/>
        </p:nvSpPr>
        <p:spPr>
          <a:xfrm>
            <a:off x="710323" y="3428999"/>
            <a:ext cx="9157440" cy="688835"/>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icrosoft Sans Serif" panose="020B0604020202020204" pitchFamily="34" charset="0"/>
                <a:ea typeface="Microsoft Sans Serif" panose="020B0604020202020204" pitchFamily="34" charset="0"/>
                <a:cs typeface="Microsoft Sans Serif"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SG"/>
          </a:p>
        </p:txBody>
      </p:sp>
    </p:spTree>
    <p:extLst>
      <p:ext uri="{BB962C8B-B14F-4D97-AF65-F5344CB8AC3E}">
        <p14:creationId xmlns:p14="http://schemas.microsoft.com/office/powerpoint/2010/main" val="4251937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B152-5431-661C-D7C5-1B8FA39BB07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B6B5B84-3916-139D-992A-6882CDAEFC6F}"/>
              </a:ext>
            </a:extLst>
          </p:cNvPr>
          <p:cNvSpPr>
            <a:spLocks noGrp="1"/>
          </p:cNvSpPr>
          <p:nvPr>
            <p:ph type="ctrTitle"/>
          </p:nvPr>
        </p:nvSpPr>
        <p:spPr>
          <a:xfrm>
            <a:off x="516509" y="245702"/>
            <a:ext cx="9059217" cy="474489"/>
          </a:xfrm>
        </p:spPr>
        <p:txBody>
          <a:bodyPr/>
          <a:lstStyle/>
          <a:p>
            <a:r>
              <a:rPr lang="en-US" dirty="0">
                <a:latin typeface="+mn-lt"/>
              </a:rPr>
              <a:t>Background</a:t>
            </a:r>
            <a:endParaRPr lang="en-SG" dirty="0">
              <a:latin typeface="+mn-lt"/>
            </a:endParaRPr>
          </a:p>
        </p:txBody>
      </p:sp>
      <p:sp>
        <p:nvSpPr>
          <p:cNvPr id="2" name="TextBox 1">
            <a:extLst>
              <a:ext uri="{FF2B5EF4-FFF2-40B4-BE49-F238E27FC236}">
                <a16:creationId xmlns:a16="http://schemas.microsoft.com/office/drawing/2014/main" id="{A382C709-9609-B6FA-9DD3-C0E292DC4F16}"/>
              </a:ext>
            </a:extLst>
          </p:cNvPr>
          <p:cNvSpPr txBox="1"/>
          <p:nvPr/>
        </p:nvSpPr>
        <p:spPr>
          <a:xfrm>
            <a:off x="516509" y="1004663"/>
            <a:ext cx="10723419" cy="2031325"/>
          </a:xfrm>
          <a:prstGeom prst="rect">
            <a:avLst/>
          </a:prstGeom>
          <a:noFill/>
        </p:spPr>
        <p:txBody>
          <a:bodyPr wrap="square" rtlCol="0">
            <a:spAutoFit/>
          </a:bodyPr>
          <a:lstStyle/>
          <a:p>
            <a:r>
              <a:rPr lang="en-SG" dirty="0"/>
              <a:t>The National Environment Agency (NEA) is the leading public organisation responsible for ensuring a clean and sustainable environment for Singapore. Its key roles are to improve and sustain a clean environment, promote sustainability and resource efficiency, maintain high public health standards, </a:t>
            </a:r>
            <a:r>
              <a:rPr lang="en-SG" b="1" dirty="0"/>
              <a:t>provide timely and reliable meteorological information</a:t>
            </a:r>
            <a:r>
              <a:rPr lang="en-SG" dirty="0"/>
              <a:t>, and encourage a vibrant hawker culture.</a:t>
            </a:r>
          </a:p>
          <a:p>
            <a:r>
              <a:rPr lang="en-SG" dirty="0"/>
              <a:t>NEA works closely with its partners and the community to develop and spearhead environmental and public health initiatives and programmes. It is committed to motivating every individual to care for the environment as a way of life, in order to build a liveable and sustainable Singapore for present and future generations.</a:t>
            </a:r>
          </a:p>
        </p:txBody>
      </p:sp>
      <p:sp>
        <p:nvSpPr>
          <p:cNvPr id="7" name="TextBox 6">
            <a:extLst>
              <a:ext uri="{FF2B5EF4-FFF2-40B4-BE49-F238E27FC236}">
                <a16:creationId xmlns:a16="http://schemas.microsoft.com/office/drawing/2014/main" id="{10DFBF5B-5A2F-7E9C-00F3-A2FA999AF6B4}"/>
              </a:ext>
            </a:extLst>
          </p:cNvPr>
          <p:cNvSpPr txBox="1"/>
          <p:nvPr/>
        </p:nvSpPr>
        <p:spPr>
          <a:xfrm>
            <a:off x="516509" y="3576581"/>
            <a:ext cx="10723419" cy="1754326"/>
          </a:xfrm>
          <a:prstGeom prst="rect">
            <a:avLst/>
          </a:prstGeom>
          <a:noFill/>
        </p:spPr>
        <p:txBody>
          <a:bodyPr wrap="square" rtlCol="0">
            <a:spAutoFit/>
          </a:bodyPr>
          <a:lstStyle/>
          <a:p>
            <a:r>
              <a:rPr lang="en-SG" dirty="0"/>
              <a:t>Members of public would like to have sufficiently precise, personalised, and user-friendly tool to make informed decision for any outdoor commute or activities amidst unpredictable tropical weather in Singapore.</a:t>
            </a:r>
          </a:p>
          <a:p>
            <a:endParaRPr lang="en-SG" dirty="0"/>
          </a:p>
          <a:p>
            <a:r>
              <a:rPr lang="en-SG" dirty="0"/>
              <a:t>Specialised communities (e.g. aviation industries, golf courses, swimming pools) rely on accurate and timely weather for flight safety purposes, or for workplace safety and health purposes.</a:t>
            </a:r>
          </a:p>
        </p:txBody>
      </p:sp>
    </p:spTree>
    <p:extLst>
      <p:ext uri="{BB962C8B-B14F-4D97-AF65-F5344CB8AC3E}">
        <p14:creationId xmlns:p14="http://schemas.microsoft.com/office/powerpoint/2010/main" val="55124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41FF-542A-18C3-034C-AFCA5ADE56F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43349B-4453-049A-CE6C-5104903339BE}"/>
              </a:ext>
            </a:extLst>
          </p:cNvPr>
          <p:cNvSpPr>
            <a:spLocks noGrp="1"/>
          </p:cNvSpPr>
          <p:nvPr>
            <p:ph type="ctrTitle"/>
          </p:nvPr>
        </p:nvSpPr>
        <p:spPr>
          <a:xfrm>
            <a:off x="516509" y="245702"/>
            <a:ext cx="9059217" cy="474489"/>
          </a:xfrm>
        </p:spPr>
        <p:txBody>
          <a:bodyPr/>
          <a:lstStyle/>
          <a:p>
            <a:r>
              <a:rPr lang="en-US" dirty="0">
                <a:latin typeface="+mn-lt"/>
              </a:rPr>
              <a:t>Pain Points</a:t>
            </a:r>
            <a:endParaRPr lang="en-SG" dirty="0">
              <a:latin typeface="+mn-lt"/>
            </a:endParaRPr>
          </a:p>
        </p:txBody>
      </p:sp>
      <p:sp>
        <p:nvSpPr>
          <p:cNvPr id="6" name="TextBox 5">
            <a:extLst>
              <a:ext uri="{FF2B5EF4-FFF2-40B4-BE49-F238E27FC236}">
                <a16:creationId xmlns:a16="http://schemas.microsoft.com/office/drawing/2014/main" id="{3576AB94-793B-BC9E-C2AB-EE7E1974104F}"/>
              </a:ext>
            </a:extLst>
          </p:cNvPr>
          <p:cNvSpPr txBox="1"/>
          <p:nvPr/>
        </p:nvSpPr>
        <p:spPr>
          <a:xfrm>
            <a:off x="172630" y="1094749"/>
            <a:ext cx="11846740" cy="5283498"/>
          </a:xfrm>
          <a:prstGeom prst="rect">
            <a:avLst/>
          </a:prstGeom>
          <a:noFill/>
        </p:spPr>
        <p:txBody>
          <a:bodyPr wrap="square">
            <a:spAutoFit/>
          </a:bodyPr>
          <a:lstStyle/>
          <a:p>
            <a:pPr rtl="0">
              <a:spcBef>
                <a:spcPts val="300"/>
              </a:spcBef>
              <a:spcAft>
                <a:spcPts val="300"/>
              </a:spcAft>
              <a:buNone/>
            </a:pPr>
            <a:r>
              <a:rPr lang="en-SG" sz="1600" b="1" i="0" u="none" strike="noStrike" dirty="0">
                <a:solidFill>
                  <a:srgbClr val="1D1C1D"/>
                </a:solidFill>
                <a:effectLst/>
                <a:latin typeface="Arial" panose="020B0604020202020204" pitchFamily="34" charset="0"/>
              </a:rPr>
              <a:t>1. The Context Void (Personalization)</a:t>
            </a:r>
            <a:endParaRPr lang="en-SG" sz="1600" b="0" dirty="0">
              <a:effectLst/>
            </a:endParaRPr>
          </a:p>
          <a:p>
            <a:pPr rtl="0" fontAlgn="base">
              <a:spcBef>
                <a:spcPts val="500"/>
              </a:spcBef>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Pain:</a:t>
            </a:r>
            <a:r>
              <a:rPr lang="en-SG" sz="1600" b="0" i="0" u="none" strike="noStrike" dirty="0">
                <a:solidFill>
                  <a:srgbClr val="1D1C1D"/>
                </a:solidFill>
                <a:effectLst/>
                <a:latin typeface="Arial" panose="020B0604020202020204" pitchFamily="34" charset="0"/>
              </a:rPr>
              <a:t> Weather apps provide raw meteorological data (Temperature, Humidity, Rain Probability) but lack </a:t>
            </a:r>
            <a:r>
              <a:rPr lang="en-SG" sz="1600" b="1" i="0" u="none" strike="noStrike" dirty="0">
                <a:solidFill>
                  <a:srgbClr val="1D1C1D"/>
                </a:solidFill>
                <a:effectLst/>
                <a:latin typeface="Arial" panose="020B0604020202020204" pitchFamily="34" charset="0"/>
              </a:rPr>
              <a:t>activity context</a:t>
            </a:r>
            <a:r>
              <a:rPr lang="en-SG" sz="1600" b="0" i="0" u="none" strike="noStrike" dirty="0">
                <a:solidFill>
                  <a:srgbClr val="1D1C1D"/>
                </a:solidFill>
                <a:effectLst/>
                <a:latin typeface="Arial" panose="020B0604020202020204" pitchFamily="34" charset="0"/>
              </a:rPr>
              <a:t>.</a:t>
            </a:r>
          </a:p>
          <a:p>
            <a:pPr rtl="0" fontAlgn="base">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Reality:</a:t>
            </a:r>
            <a:r>
              <a:rPr lang="en-SG" sz="1600" b="0" i="0" u="none" strike="noStrike" dirty="0">
                <a:solidFill>
                  <a:srgbClr val="1D1C1D"/>
                </a:solidFill>
                <a:effectLst/>
                <a:latin typeface="Arial" panose="020B0604020202020204" pitchFamily="34" charset="0"/>
              </a:rPr>
              <a:t> A "30% chance of rain" means something different to a </a:t>
            </a:r>
            <a:r>
              <a:rPr lang="en-SG" sz="1600" b="1" i="0" u="none" strike="noStrike" dirty="0">
                <a:solidFill>
                  <a:srgbClr val="1D1C1D"/>
                </a:solidFill>
                <a:effectLst/>
                <a:latin typeface="Arial" panose="020B0604020202020204" pitchFamily="34" charset="0"/>
              </a:rPr>
              <a:t>Runner</a:t>
            </a:r>
            <a:r>
              <a:rPr lang="en-SG" sz="1600" b="0" i="0" u="none" strike="noStrike" dirty="0">
                <a:solidFill>
                  <a:srgbClr val="1D1C1D"/>
                </a:solidFill>
                <a:effectLst/>
                <a:latin typeface="Arial" panose="020B0604020202020204" pitchFamily="34" charset="0"/>
              </a:rPr>
              <a:t> (risk of slipping), a </a:t>
            </a:r>
            <a:r>
              <a:rPr lang="en-SG" sz="1600" b="1" i="0" u="none" strike="noStrike" dirty="0">
                <a:solidFill>
                  <a:srgbClr val="1D1C1D"/>
                </a:solidFill>
                <a:effectLst/>
                <a:latin typeface="Arial" panose="020B0604020202020204" pitchFamily="34" charset="0"/>
              </a:rPr>
              <a:t>Parent</a:t>
            </a:r>
            <a:r>
              <a:rPr lang="en-SG" sz="1600" b="0" i="0" u="none" strike="noStrike" dirty="0">
                <a:solidFill>
                  <a:srgbClr val="1D1C1D"/>
                </a:solidFill>
                <a:effectLst/>
                <a:latin typeface="Arial" panose="020B0604020202020204" pitchFamily="34" charset="0"/>
              </a:rPr>
              <a:t> (playground is wet), or a </a:t>
            </a:r>
            <a:r>
              <a:rPr lang="en-SG" sz="1600" b="1" i="0" u="none" strike="noStrike" dirty="0">
                <a:solidFill>
                  <a:srgbClr val="1D1C1D"/>
                </a:solidFill>
                <a:effectLst/>
                <a:latin typeface="Arial" panose="020B0604020202020204" pitchFamily="34" charset="0"/>
              </a:rPr>
              <a:t>Commuter</a:t>
            </a:r>
            <a:r>
              <a:rPr lang="en-SG" sz="1600" b="0" i="0" u="none" strike="noStrike" dirty="0">
                <a:solidFill>
                  <a:srgbClr val="1D1C1D"/>
                </a:solidFill>
                <a:effectLst/>
                <a:latin typeface="Arial" panose="020B0604020202020204" pitchFamily="34" charset="0"/>
              </a:rPr>
              <a:t> (need an umbrella).</a:t>
            </a:r>
          </a:p>
          <a:p>
            <a:pPr rtl="0" fontAlgn="base">
              <a:spcAft>
                <a:spcPts val="500"/>
              </a:spcAft>
              <a:buFont typeface="Arial" panose="020B0604020202020204" pitchFamily="34" charset="0"/>
              <a:buChar char="•"/>
            </a:pPr>
            <a:r>
              <a:rPr lang="en-SG" sz="1600" b="1" i="0" u="none" strike="noStrike" dirty="0">
                <a:solidFill>
                  <a:srgbClr val="1D1C1D"/>
                </a:solidFill>
                <a:effectLst/>
                <a:latin typeface="Arial" panose="020B0604020202020204" pitchFamily="34" charset="0"/>
              </a:rPr>
              <a:t>User Frustration:</a:t>
            </a:r>
            <a:r>
              <a:rPr lang="en-SG" sz="1600" b="0" i="0" u="none" strike="noStrike" dirty="0">
                <a:solidFill>
                  <a:srgbClr val="1D1C1D"/>
                </a:solidFill>
                <a:effectLst/>
                <a:latin typeface="Arial" panose="020B0604020202020204" pitchFamily="34" charset="0"/>
              </a:rPr>
              <a:t> Users have to mentally translate raw data into "Is it safe to do X?", often leading to poor judgment calls.</a:t>
            </a:r>
          </a:p>
          <a:p>
            <a:pPr>
              <a:buNone/>
            </a:pPr>
            <a:br>
              <a:rPr lang="en-SG" sz="1600" b="0" dirty="0">
                <a:effectLst/>
              </a:rPr>
            </a:br>
            <a:endParaRPr lang="en-SG" sz="1600" b="0" dirty="0">
              <a:effectLst/>
            </a:endParaRPr>
          </a:p>
          <a:p>
            <a:pPr rtl="0">
              <a:spcBef>
                <a:spcPts val="300"/>
              </a:spcBef>
              <a:spcAft>
                <a:spcPts val="300"/>
              </a:spcAft>
              <a:buNone/>
            </a:pPr>
            <a:r>
              <a:rPr lang="en-SG" sz="1600" b="1" i="0" u="none" strike="noStrike" dirty="0">
                <a:solidFill>
                  <a:srgbClr val="1D1C1D"/>
                </a:solidFill>
                <a:effectLst/>
                <a:latin typeface="Arial" panose="020B0604020202020204" pitchFamily="34" charset="0"/>
              </a:rPr>
              <a:t>2. The Granularity Gap (Spatial - Location precision)</a:t>
            </a:r>
            <a:endParaRPr lang="en-SG" sz="1600" b="0" dirty="0">
              <a:effectLst/>
            </a:endParaRPr>
          </a:p>
          <a:p>
            <a:pPr rtl="0" fontAlgn="base">
              <a:spcBef>
                <a:spcPts val="500"/>
              </a:spcBef>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Pain:</a:t>
            </a:r>
            <a:r>
              <a:rPr lang="en-SG" sz="1600" b="0" i="0" u="none" strike="noStrike" dirty="0">
                <a:solidFill>
                  <a:srgbClr val="1D1C1D"/>
                </a:solidFill>
                <a:effectLst/>
                <a:latin typeface="Arial" panose="020B0604020202020204" pitchFamily="34" charset="0"/>
              </a:rPr>
              <a:t> Current forecasts provide </a:t>
            </a:r>
            <a:r>
              <a:rPr lang="en-SG" sz="1600" b="1" i="0" u="none" strike="noStrike" dirty="0">
                <a:solidFill>
                  <a:srgbClr val="1D1C1D"/>
                </a:solidFill>
                <a:effectLst/>
                <a:latin typeface="Arial" panose="020B0604020202020204" pitchFamily="34" charset="0"/>
              </a:rPr>
              <a:t>"City-Wide"</a:t>
            </a:r>
            <a:r>
              <a:rPr lang="en-SG" sz="1600" b="0" i="0" u="none" strike="noStrike" dirty="0">
                <a:solidFill>
                  <a:srgbClr val="1D1C1D"/>
                </a:solidFill>
                <a:effectLst/>
                <a:latin typeface="Arial" panose="020B0604020202020204" pitchFamily="34" charset="0"/>
              </a:rPr>
              <a:t> or broad regional averages (e.g., "Afternoon Thunderstorms in the West").</a:t>
            </a:r>
          </a:p>
          <a:p>
            <a:pPr rtl="0" fontAlgn="base">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Reality:</a:t>
            </a:r>
            <a:r>
              <a:rPr lang="en-SG" sz="1600" b="0" i="0" u="none" strike="noStrike" dirty="0">
                <a:solidFill>
                  <a:srgbClr val="1D1C1D"/>
                </a:solidFill>
                <a:effectLst/>
                <a:latin typeface="Arial" panose="020B0604020202020204" pitchFamily="34" charset="0"/>
              </a:rPr>
              <a:t> Singapore’s tropical weather is </a:t>
            </a:r>
            <a:r>
              <a:rPr lang="en-SG" sz="1600" b="1" i="0" u="none" strike="noStrike" dirty="0">
                <a:solidFill>
                  <a:srgbClr val="1D1C1D"/>
                </a:solidFill>
                <a:effectLst/>
                <a:latin typeface="Arial" panose="020B0604020202020204" pitchFamily="34" charset="0"/>
              </a:rPr>
              <a:t>hyper-local</a:t>
            </a:r>
            <a:r>
              <a:rPr lang="en-SG" sz="1600" b="0" i="0" u="none" strike="noStrike" dirty="0">
                <a:solidFill>
                  <a:srgbClr val="1D1C1D"/>
                </a:solidFill>
                <a:effectLst/>
                <a:latin typeface="Arial" panose="020B0604020202020204" pitchFamily="34" charset="0"/>
              </a:rPr>
              <a:t>. It can be pouring in Clementi but dry in Jurong East (just 3km away).</a:t>
            </a:r>
          </a:p>
          <a:p>
            <a:pPr rtl="0" fontAlgn="base">
              <a:spcAft>
                <a:spcPts val="500"/>
              </a:spcAft>
              <a:buFont typeface="Arial" panose="020B0604020202020204" pitchFamily="34" charset="0"/>
              <a:buChar char="•"/>
            </a:pPr>
            <a:r>
              <a:rPr lang="en-SG" sz="1600" b="1" i="0" u="none" strike="noStrike" dirty="0">
                <a:solidFill>
                  <a:srgbClr val="1D1C1D"/>
                </a:solidFill>
                <a:effectLst/>
                <a:latin typeface="Arial" panose="020B0604020202020204" pitchFamily="34" charset="0"/>
              </a:rPr>
              <a:t>User Frustration:</a:t>
            </a:r>
            <a:r>
              <a:rPr lang="en-SG" sz="1600" b="0" i="0" u="none" strike="noStrike" dirty="0">
                <a:solidFill>
                  <a:srgbClr val="1D1C1D"/>
                </a:solidFill>
                <a:effectLst/>
                <a:latin typeface="Arial" panose="020B0604020202020204" pitchFamily="34" charset="0"/>
              </a:rPr>
              <a:t> Users make decisions based on broad data, only to find the reality at their specific location is completely different.</a:t>
            </a:r>
          </a:p>
          <a:p>
            <a:pPr>
              <a:buNone/>
            </a:pPr>
            <a:br>
              <a:rPr lang="en-SG" sz="1600" b="0" dirty="0">
                <a:effectLst/>
              </a:rPr>
            </a:br>
            <a:endParaRPr lang="en-SG" sz="1600" b="0" dirty="0">
              <a:effectLst/>
            </a:endParaRPr>
          </a:p>
          <a:p>
            <a:pPr rtl="0">
              <a:spcBef>
                <a:spcPts val="300"/>
              </a:spcBef>
              <a:spcAft>
                <a:spcPts val="300"/>
              </a:spcAft>
              <a:buNone/>
            </a:pPr>
            <a:r>
              <a:rPr lang="en-SG" sz="1600" b="1" i="0" u="none" strike="noStrike" dirty="0">
                <a:solidFill>
                  <a:srgbClr val="1D1C1D"/>
                </a:solidFill>
                <a:effectLst/>
                <a:latin typeface="Arial" panose="020B0604020202020204" pitchFamily="34" charset="0"/>
              </a:rPr>
              <a:t>3.. The Volatility Factor (Temporal - Timeframe precision)</a:t>
            </a:r>
            <a:endParaRPr lang="en-SG" sz="1600" b="0" dirty="0">
              <a:effectLst/>
            </a:endParaRPr>
          </a:p>
          <a:p>
            <a:pPr rtl="0" fontAlgn="base">
              <a:spcBef>
                <a:spcPts val="500"/>
              </a:spcBef>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Pain:</a:t>
            </a:r>
            <a:r>
              <a:rPr lang="en-SG" sz="1600" b="0" i="0" u="none" strike="noStrike" dirty="0">
                <a:solidFill>
                  <a:srgbClr val="1D1C1D"/>
                </a:solidFill>
                <a:effectLst/>
                <a:latin typeface="Arial" panose="020B0604020202020204" pitchFamily="34" charset="0"/>
              </a:rPr>
              <a:t> Tropical squalls are </a:t>
            </a:r>
            <a:r>
              <a:rPr lang="en-SG" sz="1600" b="1" i="0" u="none" strike="noStrike" dirty="0">
                <a:solidFill>
                  <a:srgbClr val="1D1C1D"/>
                </a:solidFill>
                <a:effectLst/>
                <a:latin typeface="Arial" panose="020B0604020202020204" pitchFamily="34" charset="0"/>
              </a:rPr>
              <a:t>transient and sudden</a:t>
            </a:r>
            <a:r>
              <a:rPr lang="en-SG" sz="1600" b="0" i="0" u="none" strike="noStrike" dirty="0">
                <a:solidFill>
                  <a:srgbClr val="1D1C1D"/>
                </a:solidFill>
                <a:effectLst/>
                <a:latin typeface="Arial" panose="020B0604020202020204" pitchFamily="34" charset="0"/>
              </a:rPr>
              <a:t>. Static forecasts (updated hourly) often lag behind real-time changes.</a:t>
            </a:r>
          </a:p>
          <a:p>
            <a:pPr rtl="0" fontAlgn="base">
              <a:buFont typeface="Arial" panose="020B0604020202020204" pitchFamily="34" charset="0"/>
              <a:buChar char="•"/>
            </a:pPr>
            <a:r>
              <a:rPr lang="en-SG" sz="1600" b="1" i="0" u="none" strike="noStrike" dirty="0">
                <a:solidFill>
                  <a:srgbClr val="1D1C1D"/>
                </a:solidFill>
                <a:effectLst/>
                <a:latin typeface="Arial" panose="020B0604020202020204" pitchFamily="34" charset="0"/>
              </a:rPr>
              <a:t>The Reality:</a:t>
            </a:r>
            <a:r>
              <a:rPr lang="en-SG" sz="1600" b="0" i="0" u="none" strike="noStrike" dirty="0">
                <a:solidFill>
                  <a:srgbClr val="1D1C1D"/>
                </a:solidFill>
                <a:effectLst/>
                <a:latin typeface="Arial" panose="020B0604020202020204" pitchFamily="34" charset="0"/>
              </a:rPr>
              <a:t> The "window of opportunity" for outdoor activities is often small and unpredictable.</a:t>
            </a:r>
          </a:p>
          <a:p>
            <a:pPr rtl="0" fontAlgn="base">
              <a:spcAft>
                <a:spcPts val="500"/>
              </a:spcAft>
              <a:buFont typeface="Arial" panose="020B0604020202020204" pitchFamily="34" charset="0"/>
              <a:buChar char="•"/>
            </a:pPr>
            <a:r>
              <a:rPr lang="en-SG" sz="1600" b="1" i="0" u="none" strike="noStrike" dirty="0">
                <a:solidFill>
                  <a:srgbClr val="1D1C1D"/>
                </a:solidFill>
                <a:effectLst/>
                <a:latin typeface="Arial" panose="020B0604020202020204" pitchFamily="34" charset="0"/>
              </a:rPr>
              <a:t>User Frustration:</a:t>
            </a:r>
            <a:r>
              <a:rPr lang="en-SG" sz="1600" b="0" i="0" u="none" strike="noStrike" dirty="0">
                <a:solidFill>
                  <a:srgbClr val="1D1C1D"/>
                </a:solidFill>
                <a:effectLst/>
                <a:latin typeface="Arial" panose="020B0604020202020204" pitchFamily="34" charset="0"/>
              </a:rPr>
              <a:t> Wasted time, cancelled plans, and the "stranded commuter" phenomenon—getting stuck mid-journey because the data wasn't real-time enough.</a:t>
            </a:r>
          </a:p>
        </p:txBody>
      </p:sp>
    </p:spTree>
    <p:extLst>
      <p:ext uri="{BB962C8B-B14F-4D97-AF65-F5344CB8AC3E}">
        <p14:creationId xmlns:p14="http://schemas.microsoft.com/office/powerpoint/2010/main" val="416004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1AC0-A6A0-CD04-1577-6DD6E20952E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83E9160-3926-EFB3-840B-9AFC5134FDC1}"/>
              </a:ext>
            </a:extLst>
          </p:cNvPr>
          <p:cNvSpPr>
            <a:spLocks noGrp="1"/>
          </p:cNvSpPr>
          <p:nvPr>
            <p:ph type="ctrTitle"/>
          </p:nvPr>
        </p:nvSpPr>
        <p:spPr>
          <a:xfrm>
            <a:off x="516509" y="245702"/>
            <a:ext cx="9059217" cy="474489"/>
          </a:xfrm>
        </p:spPr>
        <p:txBody>
          <a:bodyPr/>
          <a:lstStyle/>
          <a:p>
            <a:r>
              <a:rPr lang="en-US">
                <a:latin typeface="+mn-lt"/>
              </a:rPr>
              <a:t>Problem Statement</a:t>
            </a:r>
            <a:endParaRPr lang="en-SG">
              <a:latin typeface="+mn-lt"/>
            </a:endParaRPr>
          </a:p>
        </p:txBody>
      </p:sp>
      <p:sp>
        <p:nvSpPr>
          <p:cNvPr id="6" name="TextBox 5">
            <a:extLst>
              <a:ext uri="{FF2B5EF4-FFF2-40B4-BE49-F238E27FC236}">
                <a16:creationId xmlns:a16="http://schemas.microsoft.com/office/drawing/2014/main" id="{56100C29-8161-E259-DE5F-0CC1D7479CCD}"/>
              </a:ext>
            </a:extLst>
          </p:cNvPr>
          <p:cNvSpPr txBox="1"/>
          <p:nvPr/>
        </p:nvSpPr>
        <p:spPr>
          <a:xfrm>
            <a:off x="435588" y="982552"/>
            <a:ext cx="11095562" cy="5629746"/>
          </a:xfrm>
          <a:prstGeom prst="rect">
            <a:avLst/>
          </a:prstGeom>
          <a:noFill/>
        </p:spPr>
        <p:txBody>
          <a:bodyPr wrap="square">
            <a:spAutoFit/>
          </a:bodyPr>
          <a:lstStyle/>
          <a:p>
            <a:pPr rtl="0">
              <a:spcBef>
                <a:spcPts val="500"/>
              </a:spcBef>
              <a:spcAft>
                <a:spcPts val="500"/>
              </a:spcAft>
              <a:buNone/>
            </a:pPr>
            <a:r>
              <a:rPr lang="en-SG" sz="1800" b="1" i="0" u="none" strike="noStrike" dirty="0">
                <a:solidFill>
                  <a:srgbClr val="1D1C1D"/>
                </a:solidFill>
                <a:effectLst/>
                <a:latin typeface="Arial" panose="020B0604020202020204" pitchFamily="34" charset="0"/>
              </a:rPr>
              <a:t>The Operational Bottleneck</a:t>
            </a:r>
            <a:endParaRPr lang="en-SG" b="0" dirty="0">
              <a:effectLst/>
            </a:endParaRPr>
          </a:p>
          <a:p>
            <a:pPr rtl="0">
              <a:spcBef>
                <a:spcPts val="300"/>
              </a:spcBef>
              <a:spcAft>
                <a:spcPts val="300"/>
              </a:spcAft>
              <a:buNone/>
            </a:pPr>
            <a:r>
              <a:rPr lang="en-SG" sz="1800" b="0" i="0" u="none" strike="noStrike" dirty="0">
                <a:solidFill>
                  <a:srgbClr val="1D1C1D"/>
                </a:solidFill>
                <a:effectLst/>
                <a:latin typeface="Arial" panose="020B0604020202020204" pitchFamily="34" charset="0"/>
              </a:rPr>
              <a:t>Meteorological agencies currently face a critical latency gap. Manual forecasting workflows, which usually takes 30 to 60 mins, often lag behind the 30-minute lifecycle of tropical micro-squalls, forcing forecasters to issue broad, region-wide alerts that fail to capture hyper-local ground truth.</a:t>
            </a:r>
            <a:endParaRPr lang="en-SG" b="0" dirty="0">
              <a:effectLst/>
            </a:endParaRPr>
          </a:p>
          <a:p>
            <a:pPr>
              <a:buNone/>
            </a:pPr>
            <a:br>
              <a:rPr lang="en-SG" b="0" dirty="0">
                <a:effectLst/>
              </a:rPr>
            </a:br>
            <a:endParaRPr lang="en-SG" b="0" dirty="0">
              <a:effectLst/>
            </a:endParaRPr>
          </a:p>
          <a:p>
            <a:pPr rtl="0">
              <a:spcBef>
                <a:spcPts val="500"/>
              </a:spcBef>
              <a:spcAft>
                <a:spcPts val="500"/>
              </a:spcAft>
              <a:buNone/>
            </a:pPr>
            <a:r>
              <a:rPr lang="en-SG" sz="1800" b="1" i="0" u="none" strike="noStrike" dirty="0">
                <a:solidFill>
                  <a:srgbClr val="1D1C1D"/>
                </a:solidFill>
                <a:effectLst/>
                <a:latin typeface="Arial" panose="020B0604020202020204" pitchFamily="34" charset="0"/>
              </a:rPr>
              <a:t>The Credibility Gap (Inaccuracy)</a:t>
            </a:r>
            <a:endParaRPr lang="en-SG" b="0" dirty="0">
              <a:effectLst/>
            </a:endParaRPr>
          </a:p>
          <a:p>
            <a:pPr rtl="0">
              <a:spcBef>
                <a:spcPts val="300"/>
              </a:spcBef>
              <a:spcAft>
                <a:spcPts val="300"/>
              </a:spcAft>
              <a:buNone/>
            </a:pPr>
            <a:r>
              <a:rPr lang="en-SG" sz="1800" b="0" i="0" u="none" strike="noStrike" dirty="0">
                <a:solidFill>
                  <a:srgbClr val="1D1C1D"/>
                </a:solidFill>
                <a:effectLst/>
                <a:latin typeface="Arial" panose="020B0604020202020204" pitchFamily="34" charset="0"/>
              </a:rPr>
              <a:t>This lack of granularity drives a volume of public complaints regarding "perceived inaccuracy." Frequent false alarms (predicted rain, actual sun) and missed warnings have rendered generic forecasts unreliable, leading users to disregard official data. </a:t>
            </a:r>
            <a:endParaRPr lang="en-SG" b="0" dirty="0">
              <a:effectLst/>
            </a:endParaRPr>
          </a:p>
          <a:p>
            <a:pPr>
              <a:buNone/>
            </a:pPr>
            <a:br>
              <a:rPr lang="en-SG" b="0" dirty="0">
                <a:effectLst/>
              </a:rPr>
            </a:br>
            <a:endParaRPr lang="en-SG" b="0" dirty="0">
              <a:effectLst/>
            </a:endParaRPr>
          </a:p>
          <a:p>
            <a:pPr rtl="0">
              <a:spcBef>
                <a:spcPts val="500"/>
              </a:spcBef>
              <a:spcAft>
                <a:spcPts val="500"/>
              </a:spcAft>
              <a:buNone/>
            </a:pPr>
            <a:r>
              <a:rPr lang="en-SG" sz="1800" b="1" i="0" u="none" strike="noStrike" dirty="0">
                <a:solidFill>
                  <a:srgbClr val="1D1C1D"/>
                </a:solidFill>
                <a:effectLst/>
                <a:latin typeface="Arial" panose="020B0604020202020204" pitchFamily="34" charset="0"/>
              </a:rPr>
              <a:t>The Safety &amp; Lifestyle Impact</a:t>
            </a:r>
            <a:endParaRPr lang="en-SG" b="0" dirty="0">
              <a:effectLst/>
            </a:endParaRPr>
          </a:p>
          <a:p>
            <a:pPr rtl="0">
              <a:spcBef>
                <a:spcPts val="300"/>
              </a:spcBef>
              <a:spcAft>
                <a:spcPts val="300"/>
              </a:spcAft>
              <a:buNone/>
            </a:pPr>
            <a:r>
              <a:rPr lang="en-SG" sz="1800" b="0" i="0" u="none" strike="noStrike" dirty="0">
                <a:solidFill>
                  <a:srgbClr val="1D1C1D"/>
                </a:solidFill>
                <a:effectLst/>
                <a:latin typeface="Arial" panose="020B0604020202020204" pitchFamily="34" charset="0"/>
              </a:rPr>
              <a:t>Consequently, the public faces decision paralysis and avoidable safety risks. The inability to distinguish between a general regional risk and an immediate local threat leads to unnecessary disruptions for commuters and outdoor facility managers.</a:t>
            </a:r>
            <a:endParaRPr lang="en-SG" b="0" dirty="0">
              <a:effectLst/>
            </a:endParaRPr>
          </a:p>
          <a:p>
            <a:pPr>
              <a:buNone/>
            </a:pPr>
            <a:br>
              <a:rPr lang="en-SG" dirty="0"/>
            </a:br>
            <a:endParaRPr lang="en-US" dirty="0"/>
          </a:p>
        </p:txBody>
      </p:sp>
    </p:spTree>
    <p:extLst>
      <p:ext uri="{BB962C8B-B14F-4D97-AF65-F5344CB8AC3E}">
        <p14:creationId xmlns:p14="http://schemas.microsoft.com/office/powerpoint/2010/main" val="2739526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B09B-ED12-FCD2-6715-BA56B9C79EB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A5B9A7C-1514-A777-7E7A-9266F3E35171}"/>
              </a:ext>
            </a:extLst>
          </p:cNvPr>
          <p:cNvSpPr>
            <a:spLocks noGrp="1"/>
          </p:cNvSpPr>
          <p:nvPr>
            <p:ph type="ctrTitle"/>
          </p:nvPr>
        </p:nvSpPr>
        <p:spPr>
          <a:xfrm>
            <a:off x="516509" y="245702"/>
            <a:ext cx="9059217" cy="474489"/>
          </a:xfrm>
        </p:spPr>
        <p:txBody>
          <a:bodyPr/>
          <a:lstStyle/>
          <a:p>
            <a:r>
              <a:rPr lang="en-US" dirty="0">
                <a:latin typeface="+mn-lt"/>
              </a:rPr>
              <a:t>Success Metrics</a:t>
            </a:r>
            <a:endParaRPr lang="en-SG" dirty="0">
              <a:latin typeface="+mn-lt"/>
            </a:endParaRPr>
          </a:p>
        </p:txBody>
      </p:sp>
      <p:graphicFrame>
        <p:nvGraphicFramePr>
          <p:cNvPr id="9" name="Diagram 8">
            <a:extLst>
              <a:ext uri="{FF2B5EF4-FFF2-40B4-BE49-F238E27FC236}">
                <a16:creationId xmlns:a16="http://schemas.microsoft.com/office/drawing/2014/main" id="{72440F01-80C3-AA76-E536-A1E700112998}"/>
              </a:ext>
            </a:extLst>
          </p:cNvPr>
          <p:cNvGraphicFramePr/>
          <p:nvPr>
            <p:extLst>
              <p:ext uri="{D42A27DB-BD31-4B8C-83A1-F6EECF244321}">
                <p14:modId xmlns:p14="http://schemas.microsoft.com/office/powerpoint/2010/main" val="3087366701"/>
              </p:ext>
            </p:extLst>
          </p:nvPr>
        </p:nvGraphicFramePr>
        <p:xfrm>
          <a:off x="2032000" y="108387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99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D3438-9B4E-7E8A-6625-AB0632549B4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3133CC0-2F28-DD08-CA98-9C7A74D785CE}"/>
              </a:ext>
            </a:extLst>
          </p:cNvPr>
          <p:cNvSpPr>
            <a:spLocks noGrp="1"/>
          </p:cNvSpPr>
          <p:nvPr>
            <p:ph type="ctrTitle"/>
          </p:nvPr>
        </p:nvSpPr>
        <p:spPr>
          <a:xfrm>
            <a:off x="516509" y="245702"/>
            <a:ext cx="9059217" cy="474489"/>
          </a:xfrm>
        </p:spPr>
        <p:txBody>
          <a:bodyPr/>
          <a:lstStyle/>
          <a:p>
            <a:r>
              <a:rPr lang="en-US">
                <a:latin typeface="+mn-lt"/>
              </a:rPr>
              <a:t>Process Flow Chart</a:t>
            </a:r>
            <a:endParaRPr lang="en-SG">
              <a:latin typeface="+mn-lt"/>
            </a:endParaRPr>
          </a:p>
        </p:txBody>
      </p:sp>
      <p:pic>
        <p:nvPicPr>
          <p:cNvPr id="5" name="Picture 4" descr="A diagram of a data flow&#10;&#10;AI-generated content may be incorrect.">
            <a:extLst>
              <a:ext uri="{FF2B5EF4-FFF2-40B4-BE49-F238E27FC236}">
                <a16:creationId xmlns:a16="http://schemas.microsoft.com/office/drawing/2014/main" id="{D1400987-4CE4-A8A5-7053-14C83978C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167" y="1123439"/>
            <a:ext cx="9753600" cy="5324475"/>
          </a:xfrm>
          <a:prstGeom prst="rect">
            <a:avLst/>
          </a:prstGeom>
        </p:spPr>
      </p:pic>
    </p:spTree>
    <p:extLst>
      <p:ext uri="{BB962C8B-B14F-4D97-AF65-F5344CB8AC3E}">
        <p14:creationId xmlns:p14="http://schemas.microsoft.com/office/powerpoint/2010/main" val="173257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9F300-89FF-6C79-BE56-B1D4AA0F226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249F40-BD63-6740-E677-AC2350816C6B}"/>
              </a:ext>
            </a:extLst>
          </p:cNvPr>
          <p:cNvSpPr>
            <a:spLocks noGrp="1"/>
          </p:cNvSpPr>
          <p:nvPr>
            <p:ph type="ctrTitle"/>
          </p:nvPr>
        </p:nvSpPr>
        <p:spPr>
          <a:xfrm>
            <a:off x="516509" y="245702"/>
            <a:ext cx="9059217" cy="474489"/>
          </a:xfrm>
        </p:spPr>
        <p:txBody>
          <a:bodyPr/>
          <a:lstStyle/>
          <a:p>
            <a:r>
              <a:rPr lang="en-US" dirty="0">
                <a:latin typeface="+mn-lt"/>
              </a:rPr>
              <a:t>Data Process Flow Chart</a:t>
            </a:r>
            <a:endParaRPr lang="en-SG" dirty="0">
              <a:latin typeface="+mn-lt"/>
            </a:endParaRPr>
          </a:p>
        </p:txBody>
      </p:sp>
      <p:graphicFrame>
        <p:nvGraphicFramePr>
          <p:cNvPr id="5" name="Diagram 4">
            <a:extLst>
              <a:ext uri="{FF2B5EF4-FFF2-40B4-BE49-F238E27FC236}">
                <a16:creationId xmlns:a16="http://schemas.microsoft.com/office/drawing/2014/main" id="{50F7665C-ED05-5110-69A2-D88450EDA0E4}"/>
              </a:ext>
            </a:extLst>
          </p:cNvPr>
          <p:cNvGraphicFramePr/>
          <p:nvPr>
            <p:extLst>
              <p:ext uri="{D42A27DB-BD31-4B8C-83A1-F6EECF244321}">
                <p14:modId xmlns:p14="http://schemas.microsoft.com/office/powerpoint/2010/main" val="1854142821"/>
              </p:ext>
            </p:extLst>
          </p:nvPr>
        </p:nvGraphicFramePr>
        <p:xfrm>
          <a:off x="946161" y="948267"/>
          <a:ext cx="10299678" cy="5522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7055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3EF5-D9EA-E4C1-FD1A-E09571BFE2E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AD78B33-8494-FCF0-75F6-64AE9383818B}"/>
              </a:ext>
            </a:extLst>
          </p:cNvPr>
          <p:cNvSpPr>
            <a:spLocks noGrp="1"/>
          </p:cNvSpPr>
          <p:nvPr>
            <p:ph type="ctrTitle"/>
          </p:nvPr>
        </p:nvSpPr>
        <p:spPr>
          <a:xfrm>
            <a:off x="516509" y="245702"/>
            <a:ext cx="9059217" cy="474489"/>
          </a:xfrm>
        </p:spPr>
        <p:txBody>
          <a:bodyPr/>
          <a:lstStyle/>
          <a:p>
            <a:r>
              <a:rPr lang="en-US" dirty="0">
                <a:latin typeface="+mn-lt"/>
              </a:rPr>
              <a:t>Detailed Step Process Flow Chart</a:t>
            </a:r>
            <a:endParaRPr lang="en-SG" dirty="0">
              <a:latin typeface="+mn-lt"/>
            </a:endParaRPr>
          </a:p>
        </p:txBody>
      </p:sp>
      <p:pic>
        <p:nvPicPr>
          <p:cNvPr id="2" name="Picture 1">
            <a:extLst>
              <a:ext uri="{FF2B5EF4-FFF2-40B4-BE49-F238E27FC236}">
                <a16:creationId xmlns:a16="http://schemas.microsoft.com/office/drawing/2014/main" id="{ABC8644D-CA75-F491-4CCA-B08E02272B74}"/>
              </a:ext>
            </a:extLst>
          </p:cNvPr>
          <p:cNvPicPr>
            <a:picLocks noChangeAspect="1"/>
          </p:cNvPicPr>
          <p:nvPr/>
        </p:nvPicPr>
        <p:blipFill>
          <a:blip r:embed="rId3"/>
          <a:stretch>
            <a:fillRect/>
          </a:stretch>
        </p:blipFill>
        <p:spPr>
          <a:xfrm>
            <a:off x="755904" y="849834"/>
            <a:ext cx="10079736" cy="5930704"/>
          </a:xfrm>
          <a:prstGeom prst="rect">
            <a:avLst/>
          </a:prstGeom>
        </p:spPr>
      </p:pic>
    </p:spTree>
    <p:extLst>
      <p:ext uri="{BB962C8B-B14F-4D97-AF65-F5344CB8AC3E}">
        <p14:creationId xmlns:p14="http://schemas.microsoft.com/office/powerpoint/2010/main" val="2216934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402A6-4BA4-5386-493B-2E949025F1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29E4A3D-BF5A-E4C4-4076-75A96F1CD72E}"/>
              </a:ext>
            </a:extLst>
          </p:cNvPr>
          <p:cNvSpPr>
            <a:spLocks noGrp="1"/>
          </p:cNvSpPr>
          <p:nvPr>
            <p:ph type="ctrTitle"/>
          </p:nvPr>
        </p:nvSpPr>
        <p:spPr>
          <a:xfrm>
            <a:off x="516509" y="245702"/>
            <a:ext cx="9059217" cy="474489"/>
          </a:xfrm>
        </p:spPr>
        <p:txBody>
          <a:bodyPr/>
          <a:lstStyle/>
          <a:p>
            <a:r>
              <a:rPr lang="en-SG" b="0" dirty="0">
                <a:solidFill>
                  <a:srgbClr val="F1F5F9"/>
                </a:solidFill>
                <a:latin typeface="Inter"/>
              </a:rPr>
              <a:t>🌦️ </a:t>
            </a:r>
            <a:r>
              <a:rPr lang="en-SG" dirty="0"/>
              <a:t>Singapore Weather AI</a:t>
            </a:r>
            <a:br>
              <a:rPr lang="en-SG" dirty="0"/>
            </a:br>
            <a:endParaRPr lang="en-SG" dirty="0">
              <a:latin typeface="+mn-lt"/>
            </a:endParaRPr>
          </a:p>
        </p:txBody>
      </p:sp>
      <p:sp>
        <p:nvSpPr>
          <p:cNvPr id="7" name="TextBox 6">
            <a:extLst>
              <a:ext uri="{FF2B5EF4-FFF2-40B4-BE49-F238E27FC236}">
                <a16:creationId xmlns:a16="http://schemas.microsoft.com/office/drawing/2014/main" id="{327C2179-817D-9615-3C97-BA47AA8C933C}"/>
              </a:ext>
            </a:extLst>
          </p:cNvPr>
          <p:cNvSpPr txBox="1"/>
          <p:nvPr/>
        </p:nvSpPr>
        <p:spPr>
          <a:xfrm>
            <a:off x="2436749" y="798899"/>
            <a:ext cx="6096000" cy="369332"/>
          </a:xfrm>
          <a:prstGeom prst="rect">
            <a:avLst/>
          </a:prstGeom>
          <a:noFill/>
        </p:spPr>
        <p:txBody>
          <a:bodyPr wrap="square">
            <a:spAutoFit/>
          </a:bodyPr>
          <a:lstStyle/>
          <a:p>
            <a:r>
              <a:rPr lang="en-SG" b="0" i="0" dirty="0">
                <a:solidFill>
                  <a:srgbClr val="94A3B8"/>
                </a:solidFill>
                <a:effectLst/>
                <a:latin typeface="Inter"/>
              </a:rPr>
              <a:t>Satellite + Sensor Data Fusion • Deep Learning • Real-Time API</a:t>
            </a:r>
            <a:endParaRPr lang="en-US" dirty="0"/>
          </a:p>
        </p:txBody>
      </p:sp>
      <p:sp>
        <p:nvSpPr>
          <p:cNvPr id="10" name="TextBox 9">
            <a:extLst>
              <a:ext uri="{FF2B5EF4-FFF2-40B4-BE49-F238E27FC236}">
                <a16:creationId xmlns:a16="http://schemas.microsoft.com/office/drawing/2014/main" id="{7D0ACC4E-3B82-8772-89A3-6B063772E1FD}"/>
              </a:ext>
            </a:extLst>
          </p:cNvPr>
          <p:cNvSpPr txBox="1"/>
          <p:nvPr/>
        </p:nvSpPr>
        <p:spPr>
          <a:xfrm>
            <a:off x="5579491" y="298280"/>
            <a:ext cx="6096000" cy="369332"/>
          </a:xfrm>
          <a:prstGeom prst="rect">
            <a:avLst/>
          </a:prstGeom>
          <a:noFill/>
        </p:spPr>
        <p:txBody>
          <a:bodyPr wrap="square">
            <a:spAutoFit/>
          </a:bodyPr>
          <a:lstStyle/>
          <a:p>
            <a:r>
              <a:rPr lang="en-SG" b="0" i="0" dirty="0">
                <a:solidFill>
                  <a:srgbClr val="94A3B8"/>
                </a:solidFill>
                <a:effectLst/>
                <a:latin typeface="Inter"/>
              </a:rPr>
              <a:t>AI-Powered Rainfall Prediction System</a:t>
            </a:r>
            <a:endParaRPr lang="en-US" dirty="0"/>
          </a:p>
        </p:txBody>
      </p:sp>
      <p:graphicFrame>
        <p:nvGraphicFramePr>
          <p:cNvPr id="15" name="Diagram 14">
            <a:extLst>
              <a:ext uri="{FF2B5EF4-FFF2-40B4-BE49-F238E27FC236}">
                <a16:creationId xmlns:a16="http://schemas.microsoft.com/office/drawing/2014/main" id="{1A4F59D5-A9F4-0AE1-732D-B01B3B20F6B7}"/>
              </a:ext>
            </a:extLst>
          </p:cNvPr>
          <p:cNvGraphicFramePr/>
          <p:nvPr>
            <p:extLst>
              <p:ext uri="{D42A27DB-BD31-4B8C-83A1-F6EECF244321}">
                <p14:modId xmlns:p14="http://schemas.microsoft.com/office/powerpoint/2010/main" val="3172301035"/>
              </p:ext>
            </p:extLst>
          </p:nvPr>
        </p:nvGraphicFramePr>
        <p:xfrm>
          <a:off x="5757291" y="2009801"/>
          <a:ext cx="6434709" cy="42864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Picture 15">
            <a:extLst>
              <a:ext uri="{FF2B5EF4-FFF2-40B4-BE49-F238E27FC236}">
                <a16:creationId xmlns:a16="http://schemas.microsoft.com/office/drawing/2014/main" id="{EF7CBAD1-C996-43FC-F52B-5F29583A65DC}"/>
              </a:ext>
            </a:extLst>
          </p:cNvPr>
          <p:cNvPicPr>
            <a:picLocks noChangeAspect="1"/>
          </p:cNvPicPr>
          <p:nvPr/>
        </p:nvPicPr>
        <p:blipFill>
          <a:blip r:embed="rId8"/>
          <a:stretch>
            <a:fillRect/>
          </a:stretch>
        </p:blipFill>
        <p:spPr>
          <a:xfrm>
            <a:off x="287909" y="1655693"/>
            <a:ext cx="5952024" cy="3689559"/>
          </a:xfrm>
          <a:prstGeom prst="rect">
            <a:avLst/>
          </a:prstGeom>
        </p:spPr>
      </p:pic>
    </p:spTree>
    <p:extLst>
      <p:ext uri="{BB962C8B-B14F-4D97-AF65-F5344CB8AC3E}">
        <p14:creationId xmlns:p14="http://schemas.microsoft.com/office/powerpoint/2010/main" val="3572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3D045-35FD-09E0-93A0-B4A832FCD32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93F932F-8A4E-3FAB-0BD9-4E7045BF71C0}"/>
              </a:ext>
            </a:extLst>
          </p:cNvPr>
          <p:cNvSpPr>
            <a:spLocks noGrp="1"/>
          </p:cNvSpPr>
          <p:nvPr>
            <p:ph type="ctrTitle"/>
          </p:nvPr>
        </p:nvSpPr>
        <p:spPr>
          <a:xfrm>
            <a:off x="516509" y="245702"/>
            <a:ext cx="9059217" cy="474489"/>
          </a:xfrm>
        </p:spPr>
        <p:txBody>
          <a:bodyPr/>
          <a:lstStyle/>
          <a:p>
            <a:r>
              <a:rPr lang="en-SG" dirty="0"/>
              <a:t>Feather 1 – Data Ingestion &amp; Processing</a:t>
            </a:r>
            <a:endParaRPr lang="en-SG" dirty="0">
              <a:latin typeface="+mn-lt"/>
            </a:endParaRPr>
          </a:p>
        </p:txBody>
      </p:sp>
      <p:graphicFrame>
        <p:nvGraphicFramePr>
          <p:cNvPr id="2" name="Diagram 1">
            <a:extLst>
              <a:ext uri="{FF2B5EF4-FFF2-40B4-BE49-F238E27FC236}">
                <a16:creationId xmlns:a16="http://schemas.microsoft.com/office/drawing/2014/main" id="{56C441EE-1CB7-E63C-E390-4EDE4EDCA659}"/>
              </a:ext>
            </a:extLst>
          </p:cNvPr>
          <p:cNvGraphicFramePr/>
          <p:nvPr>
            <p:extLst>
              <p:ext uri="{D42A27DB-BD31-4B8C-83A1-F6EECF244321}">
                <p14:modId xmlns:p14="http://schemas.microsoft.com/office/powerpoint/2010/main" val="3771830067"/>
              </p:ext>
            </p:extLst>
          </p:nvPr>
        </p:nvGraphicFramePr>
        <p:xfrm>
          <a:off x="160867" y="939800"/>
          <a:ext cx="10896600" cy="5672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0127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BDBA-D033-6CF3-1A4C-7B12D2181D7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A959FB7-FEBB-87AE-0E48-98BA8871423E}"/>
              </a:ext>
            </a:extLst>
          </p:cNvPr>
          <p:cNvSpPr>
            <a:spLocks noGrp="1"/>
          </p:cNvSpPr>
          <p:nvPr>
            <p:ph type="ctrTitle"/>
          </p:nvPr>
        </p:nvSpPr>
        <p:spPr>
          <a:xfrm>
            <a:off x="516509" y="245702"/>
            <a:ext cx="9059217" cy="474489"/>
          </a:xfrm>
        </p:spPr>
        <p:txBody>
          <a:bodyPr/>
          <a:lstStyle/>
          <a:p>
            <a:r>
              <a:rPr lang="en-SG" dirty="0"/>
              <a:t>Feather 2 – Deep Learning Fusion Model</a:t>
            </a:r>
            <a:endParaRPr lang="en-SG" dirty="0">
              <a:latin typeface="+mn-lt"/>
            </a:endParaRPr>
          </a:p>
        </p:txBody>
      </p:sp>
      <p:sp>
        <p:nvSpPr>
          <p:cNvPr id="5" name="TextBox 4">
            <a:extLst>
              <a:ext uri="{FF2B5EF4-FFF2-40B4-BE49-F238E27FC236}">
                <a16:creationId xmlns:a16="http://schemas.microsoft.com/office/drawing/2014/main" id="{0339C262-5954-12A0-5D04-D5BAD3B5207B}"/>
              </a:ext>
            </a:extLst>
          </p:cNvPr>
          <p:cNvSpPr txBox="1"/>
          <p:nvPr/>
        </p:nvSpPr>
        <p:spPr>
          <a:xfrm>
            <a:off x="711199" y="1166842"/>
            <a:ext cx="9626601" cy="4524315"/>
          </a:xfrm>
          <a:prstGeom prst="rect">
            <a:avLst/>
          </a:prstGeom>
          <a:noFill/>
        </p:spPr>
        <p:txBody>
          <a:bodyPr wrap="square">
            <a:spAutoFit/>
          </a:bodyPr>
          <a:lstStyle/>
          <a:p>
            <a:pPr marL="285750" indent="-285750">
              <a:buFont typeface="Wingdings" pitchFamily="2" charset="2"/>
              <a:buChar char="Ø"/>
            </a:pPr>
            <a:r>
              <a:rPr lang="en-SG" sz="3600" dirty="0"/>
              <a:t>3-layer CNN + </a:t>
            </a:r>
            <a:r>
              <a:rPr lang="en-SG" sz="3600" dirty="0" err="1"/>
              <a:t>BatchNorm</a:t>
            </a:r>
            <a:r>
              <a:rPr lang="en-SG" sz="3600" dirty="0"/>
              <a:t> + </a:t>
            </a:r>
            <a:r>
              <a:rPr lang="en-SG" sz="3600" dirty="0" err="1"/>
              <a:t>AdaptiveAvgPool</a:t>
            </a:r>
            <a:endParaRPr lang="en-SG" sz="3600" dirty="0"/>
          </a:p>
          <a:p>
            <a:pPr marL="285750" indent="-285750">
              <a:buFont typeface="Wingdings" pitchFamily="2" charset="2"/>
              <a:buChar char="Ø"/>
            </a:pPr>
            <a:r>
              <a:rPr lang="en-SG" sz="3600" dirty="0"/>
              <a:t>LSTM temporal encoder for sensor sequences</a:t>
            </a:r>
          </a:p>
          <a:p>
            <a:pPr marL="285750" indent="-285750">
              <a:buFont typeface="Wingdings" pitchFamily="2" charset="2"/>
              <a:buChar char="Ø"/>
            </a:pPr>
            <a:r>
              <a:rPr lang="en-SG" sz="3600" dirty="0"/>
              <a:t>Dropout-regularized fusion head</a:t>
            </a:r>
          </a:p>
          <a:p>
            <a:pPr marL="285750" indent="-285750">
              <a:buFont typeface="Wingdings" pitchFamily="2" charset="2"/>
              <a:buChar char="Ø"/>
            </a:pPr>
            <a:r>
              <a:rPr lang="en-SG" sz="3600" dirty="0"/>
              <a:t>10-minute ahead rainfall prediction</a:t>
            </a:r>
          </a:p>
          <a:p>
            <a:pPr marL="285750" indent="-285750">
              <a:buFont typeface="Wingdings" pitchFamily="2" charset="2"/>
              <a:buChar char="Ø"/>
            </a:pPr>
            <a:r>
              <a:rPr lang="en-SG" sz="3600" dirty="0"/>
              <a:t>GPU / CPU / Apple MPS adaptive</a:t>
            </a:r>
          </a:p>
          <a:p>
            <a:pPr marL="285750" indent="-285750">
              <a:buFont typeface="Wingdings" pitchFamily="2" charset="2"/>
              <a:buChar char="Ø"/>
            </a:pPr>
            <a:r>
              <a:rPr lang="en-SG" sz="3600" dirty="0"/>
              <a:t>Incremental learning with checkpoint loading</a:t>
            </a:r>
          </a:p>
          <a:p>
            <a:pPr marL="285750" indent="-285750">
              <a:buFont typeface="Wingdings" pitchFamily="2" charset="2"/>
              <a:buChar char="Ø"/>
            </a:pPr>
            <a:r>
              <a:rPr lang="en-SG" sz="3600" dirty="0"/>
              <a:t>Smart 3→4 feature dimension migration</a:t>
            </a:r>
          </a:p>
          <a:p>
            <a:pPr marL="285750" indent="-285750">
              <a:buFont typeface="Wingdings" pitchFamily="2" charset="2"/>
              <a:buChar char="Ø"/>
            </a:pPr>
            <a:r>
              <a:rPr lang="en-SG" sz="3600" dirty="0"/>
              <a:t>Dynamic epochs (initial: 100, incremental: 5)</a:t>
            </a:r>
          </a:p>
        </p:txBody>
      </p:sp>
    </p:spTree>
    <p:extLst>
      <p:ext uri="{BB962C8B-B14F-4D97-AF65-F5344CB8AC3E}">
        <p14:creationId xmlns:p14="http://schemas.microsoft.com/office/powerpoint/2010/main" val="2153876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8276D-821E-2944-FFF0-A26EBB4A533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8E6AA43-9D90-73F6-6749-7122522DB682}"/>
              </a:ext>
            </a:extLst>
          </p:cNvPr>
          <p:cNvSpPr>
            <a:spLocks noGrp="1"/>
          </p:cNvSpPr>
          <p:nvPr>
            <p:ph type="ctrTitle"/>
          </p:nvPr>
        </p:nvSpPr>
        <p:spPr>
          <a:xfrm>
            <a:off x="516509" y="245702"/>
            <a:ext cx="9059217" cy="474489"/>
          </a:xfrm>
        </p:spPr>
        <p:txBody>
          <a:bodyPr/>
          <a:lstStyle/>
          <a:p>
            <a:r>
              <a:rPr lang="en-SG" dirty="0"/>
              <a:t>Feather 3 – Automated Training System</a:t>
            </a:r>
            <a:endParaRPr lang="en-SG" dirty="0">
              <a:latin typeface="+mn-lt"/>
            </a:endParaRPr>
          </a:p>
        </p:txBody>
      </p:sp>
      <p:graphicFrame>
        <p:nvGraphicFramePr>
          <p:cNvPr id="6" name="Diagram 5">
            <a:extLst>
              <a:ext uri="{FF2B5EF4-FFF2-40B4-BE49-F238E27FC236}">
                <a16:creationId xmlns:a16="http://schemas.microsoft.com/office/drawing/2014/main" id="{17D89757-3BC6-5FE1-D4F7-8A49E864ECD2}"/>
              </a:ext>
            </a:extLst>
          </p:cNvPr>
          <p:cNvGraphicFramePr/>
          <p:nvPr>
            <p:extLst>
              <p:ext uri="{D42A27DB-BD31-4B8C-83A1-F6EECF244321}">
                <p14:modId xmlns:p14="http://schemas.microsoft.com/office/powerpoint/2010/main" val="3030531204"/>
              </p:ext>
            </p:extLst>
          </p:nvPr>
        </p:nvGraphicFramePr>
        <p:xfrm>
          <a:off x="762000" y="889527"/>
          <a:ext cx="9945963" cy="4744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B78DF930-170D-1638-AD6E-6E20EC93D3E3}"/>
              </a:ext>
            </a:extLst>
          </p:cNvPr>
          <p:cNvGraphicFramePr/>
          <p:nvPr>
            <p:extLst>
              <p:ext uri="{D42A27DB-BD31-4B8C-83A1-F6EECF244321}">
                <p14:modId xmlns:p14="http://schemas.microsoft.com/office/powerpoint/2010/main" val="4148026497"/>
              </p:ext>
            </p:extLst>
          </p:nvPr>
        </p:nvGraphicFramePr>
        <p:xfrm>
          <a:off x="762000" y="1364016"/>
          <a:ext cx="10073639" cy="53929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134503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085D5-FC30-1FFF-4BBD-BA104C4B71B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DE0B416-BA4F-E80F-8BBE-0FB63C301746}"/>
              </a:ext>
            </a:extLst>
          </p:cNvPr>
          <p:cNvSpPr>
            <a:spLocks noGrp="1"/>
          </p:cNvSpPr>
          <p:nvPr>
            <p:ph type="ctrTitle"/>
          </p:nvPr>
        </p:nvSpPr>
        <p:spPr>
          <a:xfrm>
            <a:off x="516509" y="245702"/>
            <a:ext cx="9059217" cy="474489"/>
          </a:xfrm>
        </p:spPr>
        <p:txBody>
          <a:bodyPr/>
          <a:lstStyle/>
          <a:p>
            <a:r>
              <a:rPr lang="en-SG" dirty="0"/>
              <a:t>Feather 4 – Prediction API Service</a:t>
            </a:r>
            <a:endParaRPr lang="en-SG" dirty="0">
              <a:latin typeface="+mn-lt"/>
            </a:endParaRPr>
          </a:p>
        </p:txBody>
      </p:sp>
      <p:graphicFrame>
        <p:nvGraphicFramePr>
          <p:cNvPr id="8" name="Diagram 7">
            <a:extLst>
              <a:ext uri="{FF2B5EF4-FFF2-40B4-BE49-F238E27FC236}">
                <a16:creationId xmlns:a16="http://schemas.microsoft.com/office/drawing/2014/main" id="{9B1AD482-7A73-D768-DF0F-2EDAA225E9C8}"/>
              </a:ext>
            </a:extLst>
          </p:cNvPr>
          <p:cNvGraphicFramePr/>
          <p:nvPr>
            <p:extLst>
              <p:ext uri="{D42A27DB-BD31-4B8C-83A1-F6EECF244321}">
                <p14:modId xmlns:p14="http://schemas.microsoft.com/office/powerpoint/2010/main" val="3291946534"/>
              </p:ext>
            </p:extLst>
          </p:nvPr>
        </p:nvGraphicFramePr>
        <p:xfrm>
          <a:off x="637370" y="4123098"/>
          <a:ext cx="10498666" cy="248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4">
            <a:extLst>
              <a:ext uri="{FF2B5EF4-FFF2-40B4-BE49-F238E27FC236}">
                <a16:creationId xmlns:a16="http://schemas.microsoft.com/office/drawing/2014/main" id="{D6532E19-B310-C26A-9ACE-6CFD968572DB}"/>
              </a:ext>
            </a:extLst>
          </p:cNvPr>
          <p:cNvGraphicFramePr>
            <a:graphicFrameLocks noGrp="1"/>
          </p:cNvGraphicFramePr>
          <p:nvPr>
            <p:extLst>
              <p:ext uri="{D42A27DB-BD31-4B8C-83A1-F6EECF244321}">
                <p14:modId xmlns:p14="http://schemas.microsoft.com/office/powerpoint/2010/main" val="3433127050"/>
              </p:ext>
            </p:extLst>
          </p:nvPr>
        </p:nvGraphicFramePr>
        <p:xfrm>
          <a:off x="1144142" y="857812"/>
          <a:ext cx="9489991" cy="3000831"/>
        </p:xfrm>
        <a:graphic>
          <a:graphicData uri="http://schemas.openxmlformats.org/drawingml/2006/table">
            <a:tbl>
              <a:tblPr/>
              <a:tblGrid>
                <a:gridCol w="2048979">
                  <a:extLst>
                    <a:ext uri="{9D8B030D-6E8A-4147-A177-3AD203B41FA5}">
                      <a16:colId xmlns:a16="http://schemas.microsoft.com/office/drawing/2014/main" val="4147699170"/>
                    </a:ext>
                  </a:extLst>
                </a:gridCol>
                <a:gridCol w="1607723">
                  <a:extLst>
                    <a:ext uri="{9D8B030D-6E8A-4147-A177-3AD203B41FA5}">
                      <a16:colId xmlns:a16="http://schemas.microsoft.com/office/drawing/2014/main" val="1377057111"/>
                    </a:ext>
                  </a:extLst>
                </a:gridCol>
                <a:gridCol w="5833289">
                  <a:extLst>
                    <a:ext uri="{9D8B030D-6E8A-4147-A177-3AD203B41FA5}">
                      <a16:colId xmlns:a16="http://schemas.microsoft.com/office/drawing/2014/main" val="3307307239"/>
                    </a:ext>
                  </a:extLst>
                </a:gridCol>
              </a:tblGrid>
              <a:tr h="381927">
                <a:tc>
                  <a:txBody>
                    <a:bodyPr/>
                    <a:lstStyle/>
                    <a:p>
                      <a:pPr algn="l">
                        <a:buNone/>
                      </a:pPr>
                      <a:r>
                        <a:rPr lang="en-SG" sz="1200" b="1">
                          <a:solidFill>
                            <a:srgbClr val="0EA5E9"/>
                          </a:solidFill>
                          <a:effectLst/>
                        </a:rPr>
                        <a:t>Endpoint</a:t>
                      </a:r>
                    </a:p>
                  </a:txBody>
                  <a:tcPr marL="142201" marR="142201" marT="106650" marB="106650" anchor="ctr">
                    <a:lnL>
                      <a:noFill/>
                    </a:lnL>
                    <a:lnR>
                      <a:noFill/>
                    </a:lnR>
                    <a:lnT>
                      <a:noFill/>
                    </a:lnT>
                    <a:lnB>
                      <a:noFill/>
                    </a:lnB>
                    <a:noFill/>
                  </a:tcPr>
                </a:tc>
                <a:tc>
                  <a:txBody>
                    <a:bodyPr/>
                    <a:lstStyle/>
                    <a:p>
                      <a:pPr algn="l">
                        <a:buNone/>
                      </a:pPr>
                      <a:r>
                        <a:rPr lang="en-SG" sz="1200" b="1">
                          <a:solidFill>
                            <a:srgbClr val="0EA5E9"/>
                          </a:solidFill>
                          <a:effectLst/>
                        </a:rPr>
                        <a:t>Method</a:t>
                      </a:r>
                    </a:p>
                  </a:txBody>
                  <a:tcPr marL="142201" marR="142201" marT="106650" marB="106650" anchor="ctr">
                    <a:lnL>
                      <a:noFill/>
                    </a:lnL>
                    <a:lnR>
                      <a:noFill/>
                    </a:lnR>
                    <a:lnT>
                      <a:noFill/>
                    </a:lnT>
                    <a:lnB>
                      <a:noFill/>
                    </a:lnB>
                    <a:noFill/>
                  </a:tcPr>
                </a:tc>
                <a:tc>
                  <a:txBody>
                    <a:bodyPr/>
                    <a:lstStyle/>
                    <a:p>
                      <a:pPr algn="l">
                        <a:buNone/>
                      </a:pPr>
                      <a:r>
                        <a:rPr lang="en-SG" sz="1200" b="1">
                          <a:solidFill>
                            <a:srgbClr val="0EA5E9"/>
                          </a:solidFill>
                          <a:effectLst/>
                        </a:rPr>
                        <a:t>Description</a:t>
                      </a:r>
                    </a:p>
                  </a:txBody>
                  <a:tcPr marL="142201" marR="142201" marT="106650" marB="106650" anchor="ctr">
                    <a:lnL>
                      <a:noFill/>
                    </a:lnL>
                    <a:lnR>
                      <a:noFill/>
                    </a:lnR>
                    <a:lnT>
                      <a:noFill/>
                    </a:lnT>
                    <a:lnB>
                      <a:noFill/>
                    </a:lnB>
                    <a:noFill/>
                  </a:tcPr>
                </a:tc>
                <a:extLst>
                  <a:ext uri="{0D108BD9-81ED-4DB2-BD59-A6C34878D82A}">
                    <a16:rowId xmlns:a16="http://schemas.microsoft.com/office/drawing/2014/main" val="926821582"/>
                  </a:ext>
                </a:extLst>
              </a:tr>
              <a:tr h="507587">
                <a:tc>
                  <a:txBody>
                    <a:bodyPr/>
                    <a:lstStyle/>
                    <a:p>
                      <a:pPr>
                        <a:buNone/>
                      </a:pPr>
                      <a:r>
                        <a:rPr lang="en-SG" sz="1200">
                          <a:solidFill>
                            <a:srgbClr val="38BDF8"/>
                          </a:solidFill>
                          <a:effectLst/>
                          <a:latin typeface="Courier New" panose="02070309020205020404" pitchFamily="49" charset="0"/>
                        </a:rPr>
                        <a:t>/predict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34D399"/>
                          </a:solidFill>
                          <a:effectLst/>
                        </a:rPr>
                        <a:t>GET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a:solidFill>
                            <a:srgbClr val="94A3B8"/>
                          </a:solidFill>
                          <a:effectLst/>
                        </a:rPr>
                        <a:t>Single-point prediction by location name or lat/lon coordinates</a:t>
                      </a:r>
                    </a:p>
                  </a:txBody>
                  <a:tcPr marL="142201" marR="142201" marT="88875" marB="88875" anchor="ctr">
                    <a:lnL>
                      <a:noFill/>
                    </a:lnL>
                    <a:lnR>
                      <a:noFill/>
                    </a:lnR>
                    <a:lnT>
                      <a:noFill/>
                    </a:lnT>
                    <a:lnB>
                      <a:noFill/>
                    </a:lnB>
                    <a:noFill/>
                  </a:tcPr>
                </a:tc>
                <a:extLst>
                  <a:ext uri="{0D108BD9-81ED-4DB2-BD59-A6C34878D82A}">
                    <a16:rowId xmlns:a16="http://schemas.microsoft.com/office/drawing/2014/main" val="3187763987"/>
                  </a:ext>
                </a:extLst>
              </a:tr>
              <a:tr h="507587">
                <a:tc>
                  <a:txBody>
                    <a:bodyPr/>
                    <a:lstStyle/>
                    <a:p>
                      <a:pPr>
                        <a:buNone/>
                      </a:pPr>
                      <a:r>
                        <a:rPr lang="en-SG" sz="1200">
                          <a:solidFill>
                            <a:srgbClr val="38BDF8"/>
                          </a:solidFill>
                          <a:effectLst/>
                          <a:latin typeface="Courier New" panose="02070309020205020404" pitchFamily="49" charset="0"/>
                        </a:rPr>
                        <a:t>/predict/path</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34D399"/>
                          </a:solidFill>
                          <a:effectLst/>
                        </a:rPr>
                        <a:t>GET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a:solidFill>
                            <a:srgbClr val="94A3B8"/>
                          </a:solidFill>
                          <a:effectLst/>
                        </a:rPr>
                        <a:t>Path weather prediction — sampling every 2km along route</a:t>
                      </a:r>
                    </a:p>
                  </a:txBody>
                  <a:tcPr marL="142201" marR="142201" marT="88875" marB="88875" anchor="ctr">
                    <a:lnL>
                      <a:noFill/>
                    </a:lnL>
                    <a:lnR>
                      <a:noFill/>
                    </a:lnR>
                    <a:lnT>
                      <a:noFill/>
                    </a:lnT>
                    <a:lnB>
                      <a:noFill/>
                    </a:lnB>
                    <a:noFill/>
                  </a:tcPr>
                </a:tc>
                <a:extLst>
                  <a:ext uri="{0D108BD9-81ED-4DB2-BD59-A6C34878D82A}">
                    <a16:rowId xmlns:a16="http://schemas.microsoft.com/office/drawing/2014/main" val="588608934"/>
                  </a:ext>
                </a:extLst>
              </a:tr>
              <a:tr h="318617">
                <a:tc>
                  <a:txBody>
                    <a:bodyPr/>
                    <a:lstStyle/>
                    <a:p>
                      <a:pPr>
                        <a:buNone/>
                      </a:pPr>
                      <a:r>
                        <a:rPr lang="en-SG" sz="1200">
                          <a:solidFill>
                            <a:srgbClr val="38BDF8"/>
                          </a:solidFill>
                          <a:effectLst/>
                          <a:latin typeface="Courier New" panose="02070309020205020404" pitchFamily="49" charset="0"/>
                        </a:rPr>
                        <a:t>/health</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34D399"/>
                          </a:solidFill>
                          <a:effectLst/>
                        </a:rPr>
                        <a:t>GET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a:solidFill>
                            <a:srgbClr val="94A3B8"/>
                          </a:solidFill>
                          <a:effectLst/>
                        </a:rPr>
                        <a:t>Service health check</a:t>
                      </a:r>
                    </a:p>
                  </a:txBody>
                  <a:tcPr marL="142201" marR="142201" marT="88875" marB="88875" anchor="ctr">
                    <a:lnL>
                      <a:noFill/>
                    </a:lnL>
                    <a:lnR>
                      <a:noFill/>
                    </a:lnR>
                    <a:lnT>
                      <a:noFill/>
                    </a:lnT>
                    <a:lnB>
                      <a:noFill/>
                    </a:lnB>
                    <a:noFill/>
                  </a:tcPr>
                </a:tc>
                <a:extLst>
                  <a:ext uri="{0D108BD9-81ED-4DB2-BD59-A6C34878D82A}">
                    <a16:rowId xmlns:a16="http://schemas.microsoft.com/office/drawing/2014/main" val="2388343491"/>
                  </a:ext>
                </a:extLst>
              </a:tr>
              <a:tr h="357193">
                <a:tc>
                  <a:txBody>
                    <a:bodyPr/>
                    <a:lstStyle/>
                    <a:p>
                      <a:pPr>
                        <a:buNone/>
                      </a:pPr>
                      <a:r>
                        <a:rPr lang="en-SG" sz="1200">
                          <a:solidFill>
                            <a:srgbClr val="38BDF8"/>
                          </a:solidFill>
                          <a:effectLst/>
                          <a:latin typeface="Courier New" panose="02070309020205020404" pitchFamily="49" charset="0"/>
                        </a:rPr>
                        <a:t>/stations</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34D399"/>
                          </a:solidFill>
                          <a:effectLst/>
                        </a:rPr>
                        <a:t>GET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a:solidFill>
                            <a:srgbClr val="94A3B8"/>
                          </a:solidFill>
                          <a:effectLst/>
                        </a:rPr>
                        <a:t>Weather station metadata and locations</a:t>
                      </a:r>
                    </a:p>
                  </a:txBody>
                  <a:tcPr marL="142201" marR="142201" marT="88875" marB="88875" anchor="ctr">
                    <a:lnL>
                      <a:noFill/>
                    </a:lnL>
                    <a:lnR>
                      <a:noFill/>
                    </a:lnR>
                    <a:lnT>
                      <a:noFill/>
                    </a:lnT>
                    <a:lnB>
                      <a:noFill/>
                    </a:lnB>
                    <a:noFill/>
                  </a:tcPr>
                </a:tc>
                <a:extLst>
                  <a:ext uri="{0D108BD9-81ED-4DB2-BD59-A6C34878D82A}">
                    <a16:rowId xmlns:a16="http://schemas.microsoft.com/office/drawing/2014/main" val="3006869886"/>
                  </a:ext>
                </a:extLst>
              </a:tr>
              <a:tr h="318617">
                <a:tc>
                  <a:txBody>
                    <a:bodyPr/>
                    <a:lstStyle/>
                    <a:p>
                      <a:pPr>
                        <a:buNone/>
                      </a:pPr>
                      <a:r>
                        <a:rPr lang="en-SG" sz="1200">
                          <a:solidFill>
                            <a:srgbClr val="38BDF8"/>
                          </a:solidFill>
                          <a:effectLst/>
                          <a:latin typeface="Courier New" panose="02070309020205020404" pitchFamily="49" charset="0"/>
                        </a:rPr>
                        <a:t>/log-search</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A78BFA"/>
                          </a:solidFill>
                          <a:effectLst/>
                        </a:rPr>
                        <a:t>POST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a:solidFill>
                            <a:srgbClr val="94A3B8"/>
                          </a:solidFill>
                          <a:effectLst/>
                        </a:rPr>
                        <a:t>Log user search history</a:t>
                      </a:r>
                    </a:p>
                  </a:txBody>
                  <a:tcPr marL="142201" marR="142201" marT="88875" marB="88875" anchor="ctr">
                    <a:lnL>
                      <a:noFill/>
                    </a:lnL>
                    <a:lnR>
                      <a:noFill/>
                    </a:lnR>
                    <a:lnT>
                      <a:noFill/>
                    </a:lnT>
                    <a:lnB>
                      <a:noFill/>
                    </a:lnB>
                    <a:noFill/>
                  </a:tcPr>
                </a:tc>
                <a:extLst>
                  <a:ext uri="{0D108BD9-81ED-4DB2-BD59-A6C34878D82A}">
                    <a16:rowId xmlns:a16="http://schemas.microsoft.com/office/drawing/2014/main" val="1312935663"/>
                  </a:ext>
                </a:extLst>
              </a:tr>
              <a:tr h="507587">
                <a:tc>
                  <a:txBody>
                    <a:bodyPr/>
                    <a:lstStyle/>
                    <a:p>
                      <a:pPr>
                        <a:buNone/>
                      </a:pPr>
                      <a:r>
                        <a:rPr lang="en-SG" sz="1200">
                          <a:solidFill>
                            <a:srgbClr val="38BDF8"/>
                          </a:solidFill>
                          <a:effectLst/>
                          <a:latin typeface="Courier New" panose="02070309020205020404" pitchFamily="49" charset="0"/>
                        </a:rPr>
                        <a:t>/popular-searches</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b="1">
                          <a:solidFill>
                            <a:srgbClr val="34D399"/>
                          </a:solidFill>
                          <a:effectLst/>
                        </a:rPr>
                        <a:t>GET</a:t>
                      </a:r>
                      <a:endParaRPr lang="en-SG" sz="1200">
                        <a:solidFill>
                          <a:srgbClr val="94A3B8"/>
                        </a:solidFill>
                        <a:effectLst/>
                      </a:endParaRPr>
                    </a:p>
                  </a:txBody>
                  <a:tcPr marL="142201" marR="142201" marT="88875" marB="88875" anchor="ctr">
                    <a:lnL>
                      <a:noFill/>
                    </a:lnL>
                    <a:lnR>
                      <a:noFill/>
                    </a:lnR>
                    <a:lnT>
                      <a:noFill/>
                    </a:lnT>
                    <a:lnB>
                      <a:noFill/>
                    </a:lnB>
                    <a:noFill/>
                  </a:tcPr>
                </a:tc>
                <a:tc>
                  <a:txBody>
                    <a:bodyPr/>
                    <a:lstStyle/>
                    <a:p>
                      <a:pPr>
                        <a:buNone/>
                      </a:pPr>
                      <a:r>
                        <a:rPr lang="en-SG" sz="1200" dirty="0">
                          <a:solidFill>
                            <a:srgbClr val="94A3B8"/>
                          </a:solidFill>
                          <a:effectLst/>
                        </a:rPr>
                        <a:t>Popular search ranking and statistics</a:t>
                      </a:r>
                    </a:p>
                  </a:txBody>
                  <a:tcPr marL="142201" marR="142201" marT="88875" marB="88875" anchor="ctr">
                    <a:lnL>
                      <a:noFill/>
                    </a:lnL>
                    <a:lnR>
                      <a:noFill/>
                    </a:lnR>
                    <a:lnT>
                      <a:noFill/>
                    </a:lnT>
                    <a:lnB>
                      <a:noFill/>
                    </a:lnB>
                    <a:noFill/>
                  </a:tcPr>
                </a:tc>
                <a:extLst>
                  <a:ext uri="{0D108BD9-81ED-4DB2-BD59-A6C34878D82A}">
                    <a16:rowId xmlns:a16="http://schemas.microsoft.com/office/drawing/2014/main" val="1421476769"/>
                  </a:ext>
                </a:extLst>
              </a:tr>
            </a:tbl>
          </a:graphicData>
        </a:graphic>
      </p:graphicFrame>
    </p:spTree>
    <p:extLst>
      <p:ext uri="{BB962C8B-B14F-4D97-AF65-F5344CB8AC3E}">
        <p14:creationId xmlns:p14="http://schemas.microsoft.com/office/powerpoint/2010/main" val="553580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EE74B-F923-13CA-26CF-239AF292AE8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BCE84F0-CE25-AAB7-BDAC-7D457040C382}"/>
              </a:ext>
            </a:extLst>
          </p:cNvPr>
          <p:cNvSpPr>
            <a:spLocks noGrp="1"/>
          </p:cNvSpPr>
          <p:nvPr>
            <p:ph type="ctrTitle"/>
          </p:nvPr>
        </p:nvSpPr>
        <p:spPr>
          <a:xfrm>
            <a:off x="516509" y="245702"/>
            <a:ext cx="9059217" cy="474489"/>
          </a:xfrm>
        </p:spPr>
        <p:txBody>
          <a:bodyPr/>
          <a:lstStyle/>
          <a:p>
            <a:r>
              <a:rPr lang="en-SG" dirty="0"/>
              <a:t>Feature 5 – </a:t>
            </a:r>
            <a:r>
              <a:rPr lang="en-US" dirty="0"/>
              <a:t>Frontend Application</a:t>
            </a:r>
            <a:br>
              <a:rPr lang="en-US" dirty="0"/>
            </a:br>
            <a:endParaRPr lang="en-SG" dirty="0">
              <a:latin typeface="+mn-lt"/>
            </a:endParaRPr>
          </a:p>
        </p:txBody>
      </p:sp>
      <p:pic>
        <p:nvPicPr>
          <p:cNvPr id="2" name="Picture 1">
            <a:extLst>
              <a:ext uri="{FF2B5EF4-FFF2-40B4-BE49-F238E27FC236}">
                <a16:creationId xmlns:a16="http://schemas.microsoft.com/office/drawing/2014/main" id="{6E086417-86D8-00CB-8BC4-8BAFC0B58339}"/>
              </a:ext>
            </a:extLst>
          </p:cNvPr>
          <p:cNvPicPr>
            <a:picLocks noChangeAspect="1"/>
          </p:cNvPicPr>
          <p:nvPr/>
        </p:nvPicPr>
        <p:blipFill>
          <a:blip r:embed="rId3"/>
          <a:stretch>
            <a:fillRect/>
          </a:stretch>
        </p:blipFill>
        <p:spPr>
          <a:xfrm>
            <a:off x="8542124" y="1826880"/>
            <a:ext cx="3378942" cy="4535800"/>
          </a:xfrm>
          <a:prstGeom prst="rect">
            <a:avLst/>
          </a:prstGeom>
        </p:spPr>
      </p:pic>
      <p:sp>
        <p:nvSpPr>
          <p:cNvPr id="5" name="TextBox 4">
            <a:extLst>
              <a:ext uri="{FF2B5EF4-FFF2-40B4-BE49-F238E27FC236}">
                <a16:creationId xmlns:a16="http://schemas.microsoft.com/office/drawing/2014/main" id="{46CE25D4-0881-8C81-5C82-8358CAE3E7CD}"/>
              </a:ext>
            </a:extLst>
          </p:cNvPr>
          <p:cNvSpPr txBox="1"/>
          <p:nvPr/>
        </p:nvSpPr>
        <p:spPr>
          <a:xfrm>
            <a:off x="4612236" y="5581216"/>
            <a:ext cx="6436021" cy="1200329"/>
          </a:xfrm>
          <a:prstGeom prst="rect">
            <a:avLst/>
          </a:prstGeom>
          <a:noFill/>
        </p:spPr>
        <p:txBody>
          <a:bodyPr wrap="square" rtlCol="0">
            <a:spAutoFit/>
          </a:bodyPr>
          <a:lstStyle/>
          <a:p>
            <a:r>
              <a:rPr lang="en-US" sz="1200" i="1" dirty="0">
                <a:latin typeface="Times New Roman" panose="02020603050405020304" pitchFamily="18" charset="0"/>
                <a:cs typeface="Times New Roman" panose="02020603050405020304" pitchFamily="18" charset="0"/>
              </a:rPr>
              <a:t>Example: “Rail Corridor”, “East Coast Park”</a:t>
            </a:r>
          </a:p>
          <a:p>
            <a:endParaRPr lang="en-US" sz="1200" dirty="0"/>
          </a:p>
          <a:p>
            <a:pPr marL="342900" indent="-342900">
              <a:buFont typeface="+mj-lt"/>
              <a:buAutoNum type="arabicPeriod"/>
            </a:pPr>
            <a:r>
              <a:rPr lang="en-US" sz="1200" dirty="0"/>
              <a:t>Fetches route geometry from OpenStreetMap</a:t>
            </a:r>
          </a:p>
          <a:p>
            <a:pPr marL="342900" indent="-342900">
              <a:buFont typeface="+mj-lt"/>
              <a:buAutoNum type="arabicPeriod"/>
            </a:pPr>
            <a:r>
              <a:rPr lang="en-US" sz="1200" dirty="0"/>
              <a:t>Samples points along the path</a:t>
            </a:r>
          </a:p>
          <a:p>
            <a:pPr marL="342900" indent="-342900">
              <a:buFont typeface="+mj-lt"/>
              <a:buAutoNum type="arabicPeriod"/>
            </a:pPr>
            <a:r>
              <a:rPr lang="en-US" sz="1200" dirty="0"/>
              <a:t>Predicts weather at each sample point</a:t>
            </a:r>
          </a:p>
          <a:p>
            <a:pPr marL="342900" indent="-342900">
              <a:buFont typeface="+mj-lt"/>
              <a:buAutoNum type="arabicPeriod"/>
            </a:pPr>
            <a:r>
              <a:rPr lang="en-US" sz="1200" dirty="0" err="1"/>
              <a:t>Visualises</a:t>
            </a:r>
            <a:r>
              <a:rPr lang="en-US" sz="1200" dirty="0"/>
              <a:t> path with color-coded forecast markers</a:t>
            </a:r>
          </a:p>
        </p:txBody>
      </p:sp>
      <p:sp>
        <p:nvSpPr>
          <p:cNvPr id="7" name="TextBox 6">
            <a:extLst>
              <a:ext uri="{FF2B5EF4-FFF2-40B4-BE49-F238E27FC236}">
                <a16:creationId xmlns:a16="http://schemas.microsoft.com/office/drawing/2014/main" id="{FBBDB307-D5CD-8370-BE5D-B400129AE5B4}"/>
              </a:ext>
            </a:extLst>
          </p:cNvPr>
          <p:cNvSpPr txBox="1"/>
          <p:nvPr/>
        </p:nvSpPr>
        <p:spPr>
          <a:xfrm>
            <a:off x="431867" y="1158911"/>
            <a:ext cx="3555934" cy="3693319"/>
          </a:xfrm>
          <a:prstGeom prst="rect">
            <a:avLst/>
          </a:prstGeom>
          <a:noFill/>
        </p:spPr>
        <p:txBody>
          <a:bodyPr wrap="square" rtlCol="0">
            <a:spAutoFit/>
          </a:bodyPr>
          <a:lstStyle/>
          <a:p>
            <a:r>
              <a:rPr lang="en-SG" sz="3600" dirty="0"/>
              <a:t>🗺️</a:t>
            </a:r>
          </a:p>
          <a:p>
            <a:r>
              <a:rPr lang="en-SG" b="1" dirty="0"/>
              <a:t>Interactive Map &amp; Prediction</a:t>
            </a:r>
          </a:p>
          <a:p>
            <a:pPr marL="285750" indent="-285750">
              <a:buFont typeface="Wingdings" pitchFamily="2" charset="2"/>
              <a:buChar char="ü"/>
            </a:pPr>
            <a:r>
              <a:rPr lang="en-SG" dirty="0"/>
              <a:t>Leaflet map — click anywhere for prediction</a:t>
            </a:r>
          </a:p>
          <a:p>
            <a:pPr marL="285750" indent="-285750">
              <a:buFont typeface="Wingdings" pitchFamily="2" charset="2"/>
              <a:buChar char="ü"/>
            </a:pPr>
            <a:r>
              <a:rPr lang="en-SG" dirty="0"/>
              <a:t>Path/landmark search with route weather</a:t>
            </a:r>
          </a:p>
          <a:p>
            <a:pPr marL="285750" indent="-285750">
              <a:buFont typeface="Wingdings" pitchFamily="2" charset="2"/>
              <a:buChar char="ü"/>
            </a:pPr>
            <a:r>
              <a:rPr lang="en-SG" dirty="0"/>
              <a:t>Weather station markers (configurable)</a:t>
            </a:r>
          </a:p>
          <a:p>
            <a:pPr marL="285750" indent="-285750">
              <a:buFont typeface="Wingdings" pitchFamily="2" charset="2"/>
              <a:buChar char="ü"/>
            </a:pPr>
            <a:r>
              <a:rPr lang="en-SG" dirty="0"/>
              <a:t>Forecast panel: rainfall, temperature, humidity</a:t>
            </a:r>
          </a:p>
          <a:p>
            <a:pPr marL="285750" indent="-285750">
              <a:buFont typeface="Wingdings" pitchFamily="2" charset="2"/>
              <a:buChar char="ü"/>
            </a:pPr>
            <a:r>
              <a:rPr lang="en-SG" dirty="0"/>
              <a:t>Weather icon animations</a:t>
            </a:r>
          </a:p>
          <a:p>
            <a:pPr marL="285750" indent="-285750">
              <a:buFont typeface="Wingdings" pitchFamily="2" charset="2"/>
              <a:buChar char="ü"/>
            </a:pPr>
            <a:r>
              <a:rPr lang="en-SG" dirty="0"/>
              <a:t>Quick search links</a:t>
            </a:r>
          </a:p>
        </p:txBody>
      </p:sp>
      <p:sp>
        <p:nvSpPr>
          <p:cNvPr id="9" name="TextBox 8">
            <a:extLst>
              <a:ext uri="{FF2B5EF4-FFF2-40B4-BE49-F238E27FC236}">
                <a16:creationId xmlns:a16="http://schemas.microsoft.com/office/drawing/2014/main" id="{0D49FA71-03A6-AA05-B211-23BB8935E2A8}"/>
              </a:ext>
            </a:extLst>
          </p:cNvPr>
          <p:cNvSpPr txBox="1"/>
          <p:nvPr/>
        </p:nvSpPr>
        <p:spPr>
          <a:xfrm>
            <a:off x="4224933" y="1158910"/>
            <a:ext cx="3979267" cy="3416320"/>
          </a:xfrm>
          <a:prstGeom prst="rect">
            <a:avLst/>
          </a:prstGeom>
          <a:noFill/>
        </p:spPr>
        <p:txBody>
          <a:bodyPr wrap="square" rtlCol="0">
            <a:spAutoFit/>
          </a:bodyPr>
          <a:lstStyle/>
          <a:p>
            <a:r>
              <a:rPr lang="en-SG" sz="3600" dirty="0"/>
              <a:t>⚙️</a:t>
            </a:r>
          </a:p>
          <a:p>
            <a:r>
              <a:rPr lang="en-SG" b="1" dirty="0"/>
              <a:t>App Features</a:t>
            </a:r>
          </a:p>
          <a:p>
            <a:pPr marL="285750" indent="-285750">
              <a:buFont typeface="Wingdings" pitchFamily="2" charset="2"/>
              <a:buChar char="ü"/>
            </a:pPr>
            <a:r>
              <a:rPr lang="en-SG" dirty="0"/>
              <a:t>React + TypeScript + Vite</a:t>
            </a:r>
          </a:p>
          <a:p>
            <a:pPr marL="285750" indent="-285750">
              <a:buFont typeface="Wingdings" pitchFamily="2" charset="2"/>
              <a:buChar char="ü"/>
            </a:pPr>
            <a:r>
              <a:rPr lang="en-SG" dirty="0"/>
              <a:t>Responsive design (desktop + mobile)</a:t>
            </a:r>
          </a:p>
          <a:p>
            <a:pPr marL="285750" indent="-285750">
              <a:buFont typeface="Wingdings" pitchFamily="2" charset="2"/>
              <a:buChar char="ü"/>
            </a:pPr>
            <a:r>
              <a:rPr lang="en-SG" dirty="0"/>
              <a:t>Side navigation menu</a:t>
            </a:r>
          </a:p>
          <a:p>
            <a:pPr marL="285750" indent="-285750">
              <a:buFont typeface="Wingdings" pitchFamily="2" charset="2"/>
              <a:buChar char="ü"/>
            </a:pPr>
            <a:r>
              <a:rPr lang="en-SG" dirty="0"/>
              <a:t>Settings with </a:t>
            </a:r>
            <a:r>
              <a:rPr lang="en-SG" dirty="0" err="1"/>
              <a:t>localStorage</a:t>
            </a:r>
            <a:r>
              <a:rPr lang="en-SG" dirty="0"/>
              <a:t> persistence</a:t>
            </a:r>
          </a:p>
          <a:p>
            <a:pPr marL="285750" indent="-285750">
              <a:buFont typeface="Wingdings" pitchFamily="2" charset="2"/>
              <a:buChar char="ü"/>
            </a:pPr>
            <a:r>
              <a:rPr lang="en-SG" dirty="0"/>
              <a:t>Search analytics (Stats page)</a:t>
            </a:r>
          </a:p>
          <a:p>
            <a:pPr marL="285750" indent="-285750">
              <a:buFont typeface="Wingdings" pitchFamily="2" charset="2"/>
              <a:buChar char="ü"/>
            </a:pPr>
            <a:r>
              <a:rPr lang="en-SG" dirty="0"/>
              <a:t>Global </a:t>
            </a:r>
            <a:r>
              <a:rPr lang="en-SG" dirty="0" err="1"/>
              <a:t>ConfigContext</a:t>
            </a:r>
            <a:r>
              <a:rPr lang="en-SG" dirty="0"/>
              <a:t> for state management</a:t>
            </a:r>
          </a:p>
        </p:txBody>
      </p:sp>
    </p:spTree>
    <p:extLst>
      <p:ext uri="{BB962C8B-B14F-4D97-AF65-F5344CB8AC3E}">
        <p14:creationId xmlns:p14="http://schemas.microsoft.com/office/powerpoint/2010/main" val="599101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9C7FF-5AEE-D96E-10AD-D0F818994A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94FC331-C56A-6DEF-F0C4-65360F69CFCC}"/>
              </a:ext>
            </a:extLst>
          </p:cNvPr>
          <p:cNvSpPr>
            <a:spLocks noGrp="1"/>
          </p:cNvSpPr>
          <p:nvPr>
            <p:ph type="ctrTitle"/>
          </p:nvPr>
        </p:nvSpPr>
        <p:spPr>
          <a:xfrm>
            <a:off x="516509" y="245702"/>
            <a:ext cx="9059217" cy="474489"/>
          </a:xfrm>
        </p:spPr>
        <p:txBody>
          <a:bodyPr/>
          <a:lstStyle/>
          <a:p>
            <a:r>
              <a:rPr lang="en-SG" dirty="0"/>
              <a:t>Feature 6 – </a:t>
            </a:r>
            <a:r>
              <a:rPr lang="en-US" dirty="0"/>
              <a:t>Monitoring Dashboard</a:t>
            </a:r>
            <a:br>
              <a:rPr lang="en-US" dirty="0"/>
            </a:br>
            <a:endParaRPr lang="en-SG" dirty="0">
              <a:latin typeface="+mn-lt"/>
            </a:endParaRPr>
          </a:p>
        </p:txBody>
      </p:sp>
      <p:sp>
        <p:nvSpPr>
          <p:cNvPr id="7" name="TextBox 6">
            <a:extLst>
              <a:ext uri="{FF2B5EF4-FFF2-40B4-BE49-F238E27FC236}">
                <a16:creationId xmlns:a16="http://schemas.microsoft.com/office/drawing/2014/main" id="{D7DC7C56-1982-A723-56A2-AE5E6CE65B29}"/>
              </a:ext>
            </a:extLst>
          </p:cNvPr>
          <p:cNvSpPr txBox="1"/>
          <p:nvPr/>
        </p:nvSpPr>
        <p:spPr>
          <a:xfrm>
            <a:off x="516509" y="1472177"/>
            <a:ext cx="3555934" cy="2308324"/>
          </a:xfrm>
          <a:prstGeom prst="rect">
            <a:avLst/>
          </a:prstGeom>
          <a:noFill/>
        </p:spPr>
        <p:txBody>
          <a:bodyPr wrap="square" rtlCol="0">
            <a:spAutoFit/>
          </a:bodyPr>
          <a:lstStyle/>
          <a:p>
            <a:r>
              <a:rPr lang="en-SG" sz="3600" dirty="0"/>
              <a:t>📥</a:t>
            </a:r>
          </a:p>
          <a:p>
            <a:r>
              <a:rPr lang="en-SG" b="1" dirty="0"/>
              <a:t>File Download Tab</a:t>
            </a:r>
          </a:p>
          <a:p>
            <a:pPr marL="285750" indent="-285750">
              <a:buFont typeface="Wingdings" pitchFamily="2" charset="2"/>
              <a:buChar char="ü"/>
            </a:pPr>
            <a:r>
              <a:rPr lang="en-SG" dirty="0"/>
              <a:t>Daily download progress</a:t>
            </a:r>
          </a:p>
          <a:p>
            <a:pPr marL="285750" indent="-285750">
              <a:buFont typeface="Wingdings" pitchFamily="2" charset="2"/>
              <a:buChar char="ü"/>
            </a:pPr>
            <a:r>
              <a:rPr lang="en-SG" dirty="0"/>
              <a:t>Completed days counter</a:t>
            </a:r>
          </a:p>
          <a:p>
            <a:pPr marL="285750" indent="-285750">
              <a:buFont typeface="Wingdings" pitchFamily="2" charset="2"/>
              <a:buChar char="ü"/>
            </a:pPr>
            <a:r>
              <a:rPr lang="en-SG" dirty="0"/>
              <a:t>Satellite file count</a:t>
            </a:r>
          </a:p>
          <a:p>
            <a:pPr marL="285750" indent="-285750">
              <a:buFont typeface="Wingdings" pitchFamily="2" charset="2"/>
              <a:buChar char="ü"/>
            </a:pPr>
            <a:r>
              <a:rPr lang="en-SG" dirty="0"/>
              <a:t>NEA data file count</a:t>
            </a:r>
          </a:p>
          <a:p>
            <a:pPr marL="285750" indent="-285750">
              <a:buFont typeface="Wingdings" pitchFamily="2" charset="2"/>
              <a:buChar char="ü"/>
            </a:pPr>
            <a:r>
              <a:rPr lang="en-SG" dirty="0"/>
              <a:t>Per-day status table</a:t>
            </a:r>
          </a:p>
        </p:txBody>
      </p:sp>
      <p:sp>
        <p:nvSpPr>
          <p:cNvPr id="9" name="TextBox 8">
            <a:extLst>
              <a:ext uri="{FF2B5EF4-FFF2-40B4-BE49-F238E27FC236}">
                <a16:creationId xmlns:a16="http://schemas.microsoft.com/office/drawing/2014/main" id="{9F472542-FC9E-695F-DF01-84DFEF52EEF5}"/>
              </a:ext>
            </a:extLst>
          </p:cNvPr>
          <p:cNvSpPr txBox="1"/>
          <p:nvPr/>
        </p:nvSpPr>
        <p:spPr>
          <a:xfrm>
            <a:off x="4309575" y="1472177"/>
            <a:ext cx="3979267" cy="2308324"/>
          </a:xfrm>
          <a:prstGeom prst="rect">
            <a:avLst/>
          </a:prstGeom>
          <a:noFill/>
        </p:spPr>
        <p:txBody>
          <a:bodyPr wrap="square" rtlCol="0">
            <a:spAutoFit/>
          </a:bodyPr>
          <a:lstStyle/>
          <a:p>
            <a:r>
              <a:rPr lang="en-SG" sz="3600" dirty="0"/>
              <a:t>🧠</a:t>
            </a:r>
          </a:p>
          <a:p>
            <a:r>
              <a:rPr lang="en-SG" b="1" dirty="0"/>
              <a:t>Training Process Tab</a:t>
            </a:r>
          </a:p>
          <a:p>
            <a:pPr marL="285750" indent="-285750">
              <a:buFont typeface="Wingdings" pitchFamily="2" charset="2"/>
              <a:buChar char="ü"/>
            </a:pPr>
            <a:r>
              <a:rPr lang="en-SG" dirty="0"/>
              <a:t>4-phase progress stepper</a:t>
            </a:r>
          </a:p>
          <a:p>
            <a:pPr marL="285750" indent="-285750">
              <a:buFont typeface="Wingdings" pitchFamily="2" charset="2"/>
              <a:buChar char="ü"/>
            </a:pPr>
            <a:r>
              <a:rPr lang="en-SG" dirty="0"/>
              <a:t>Current batch &amp; epoch count</a:t>
            </a:r>
          </a:p>
          <a:p>
            <a:pPr marL="285750" indent="-285750">
              <a:buFont typeface="Wingdings" pitchFamily="2" charset="2"/>
              <a:buChar char="ü"/>
            </a:pPr>
            <a:r>
              <a:rPr lang="en-SG" dirty="0"/>
              <a:t>Training history table</a:t>
            </a:r>
          </a:p>
          <a:p>
            <a:pPr marL="285750" indent="-285750">
              <a:buFont typeface="Wingdings" pitchFamily="2" charset="2"/>
              <a:buChar char="ü"/>
            </a:pPr>
            <a:r>
              <a:rPr lang="en-SG" dirty="0"/>
              <a:t>MAE / RMSE metrics</a:t>
            </a:r>
          </a:p>
          <a:p>
            <a:pPr marL="285750" indent="-285750">
              <a:buFont typeface="Wingdings" pitchFamily="2" charset="2"/>
              <a:buChar char="ü"/>
            </a:pPr>
            <a:r>
              <a:rPr lang="en-SG" dirty="0"/>
              <a:t>Success/failure status</a:t>
            </a:r>
          </a:p>
        </p:txBody>
      </p:sp>
      <p:sp>
        <p:nvSpPr>
          <p:cNvPr id="3" name="TextBox 2">
            <a:extLst>
              <a:ext uri="{FF2B5EF4-FFF2-40B4-BE49-F238E27FC236}">
                <a16:creationId xmlns:a16="http://schemas.microsoft.com/office/drawing/2014/main" id="{182B21B9-08D3-E0A0-A1FC-EF4417AD2804}"/>
              </a:ext>
            </a:extLst>
          </p:cNvPr>
          <p:cNvSpPr txBox="1"/>
          <p:nvPr/>
        </p:nvSpPr>
        <p:spPr>
          <a:xfrm>
            <a:off x="8085709" y="1472177"/>
            <a:ext cx="3979267" cy="2308324"/>
          </a:xfrm>
          <a:prstGeom prst="rect">
            <a:avLst/>
          </a:prstGeom>
          <a:noFill/>
        </p:spPr>
        <p:txBody>
          <a:bodyPr wrap="square" rtlCol="0">
            <a:spAutoFit/>
          </a:bodyPr>
          <a:lstStyle/>
          <a:p>
            <a:r>
              <a:rPr lang="en-SG" sz="3600" dirty="0"/>
              <a:t>🚀</a:t>
            </a:r>
          </a:p>
          <a:p>
            <a:r>
              <a:rPr lang="en-SG" b="1" dirty="0"/>
              <a:t>API Application Tab</a:t>
            </a:r>
          </a:p>
          <a:p>
            <a:pPr marL="285750" indent="-285750">
              <a:buFont typeface="Wingdings" pitchFamily="2" charset="2"/>
              <a:buChar char="ü"/>
            </a:pPr>
            <a:r>
              <a:rPr lang="en-SG" dirty="0"/>
              <a:t>Model sync status</a:t>
            </a:r>
          </a:p>
          <a:p>
            <a:pPr marL="285750" indent="-285750">
              <a:buFont typeface="Wingdings" pitchFamily="2" charset="2"/>
              <a:buChar char="ü"/>
            </a:pPr>
            <a:r>
              <a:rPr lang="en-SG" dirty="0"/>
              <a:t>Sensor data sync status</a:t>
            </a:r>
          </a:p>
          <a:p>
            <a:pPr marL="285750" indent="-285750">
              <a:buFont typeface="Wingdings" pitchFamily="2" charset="2"/>
              <a:buChar char="ü"/>
            </a:pPr>
            <a:r>
              <a:rPr lang="en-SG" dirty="0"/>
              <a:t>Last sync timestamp</a:t>
            </a:r>
          </a:p>
          <a:p>
            <a:pPr marL="285750" indent="-285750">
              <a:buFont typeface="Wingdings" pitchFamily="2" charset="2"/>
              <a:buChar char="ü"/>
            </a:pPr>
            <a:r>
              <a:rPr lang="en-SG" dirty="0"/>
              <a:t>Service health indicator</a:t>
            </a:r>
          </a:p>
          <a:p>
            <a:pPr marL="285750" indent="-285750">
              <a:buFont typeface="Wingdings" pitchFamily="2" charset="2"/>
              <a:buChar char="ü"/>
            </a:pPr>
            <a:r>
              <a:rPr lang="en-SG" dirty="0"/>
              <a:t>Log viewer with highlighting</a:t>
            </a:r>
          </a:p>
        </p:txBody>
      </p:sp>
    </p:spTree>
    <p:extLst>
      <p:ext uri="{BB962C8B-B14F-4D97-AF65-F5344CB8AC3E}">
        <p14:creationId xmlns:p14="http://schemas.microsoft.com/office/powerpoint/2010/main" val="582419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B973-6F07-944A-4CDD-493A1B7811F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B7D55D1-65D5-A690-5A79-E713411F93B8}"/>
              </a:ext>
            </a:extLst>
          </p:cNvPr>
          <p:cNvSpPr>
            <a:spLocks noGrp="1"/>
          </p:cNvSpPr>
          <p:nvPr>
            <p:ph type="ctrTitle"/>
          </p:nvPr>
        </p:nvSpPr>
        <p:spPr>
          <a:xfrm>
            <a:off x="516509" y="245702"/>
            <a:ext cx="9059217" cy="474489"/>
          </a:xfrm>
        </p:spPr>
        <p:txBody>
          <a:bodyPr/>
          <a:lstStyle/>
          <a:p>
            <a:r>
              <a:rPr lang="en-SG" dirty="0"/>
              <a:t>Feature 7 – </a:t>
            </a:r>
            <a:r>
              <a:rPr lang="en-US" dirty="0"/>
              <a:t>Operational </a:t>
            </a:r>
            <a:br>
              <a:rPr lang="en-US" dirty="0"/>
            </a:br>
            <a:endParaRPr lang="en-SG" dirty="0">
              <a:latin typeface="+mn-lt"/>
            </a:endParaRPr>
          </a:p>
        </p:txBody>
      </p:sp>
      <p:graphicFrame>
        <p:nvGraphicFramePr>
          <p:cNvPr id="3" name="Diagram 2">
            <a:extLst>
              <a:ext uri="{FF2B5EF4-FFF2-40B4-BE49-F238E27FC236}">
                <a16:creationId xmlns:a16="http://schemas.microsoft.com/office/drawing/2014/main" id="{26A6F793-2E64-7CAA-1844-B11B8BCB9BFB}"/>
              </a:ext>
            </a:extLst>
          </p:cNvPr>
          <p:cNvGraphicFramePr/>
          <p:nvPr>
            <p:extLst>
              <p:ext uri="{D42A27DB-BD31-4B8C-83A1-F6EECF244321}">
                <p14:modId xmlns:p14="http://schemas.microsoft.com/office/powerpoint/2010/main" val="1724055588"/>
              </p:ext>
            </p:extLst>
          </p:nvPr>
        </p:nvGraphicFramePr>
        <p:xfrm>
          <a:off x="1024467" y="1066799"/>
          <a:ext cx="94996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264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12627-BA2D-C521-E542-5591A90BAC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0B37E7-4335-EDD5-F27C-ABD2D77BC219}"/>
              </a:ext>
            </a:extLst>
          </p:cNvPr>
          <p:cNvSpPr>
            <a:spLocks noGrp="1"/>
          </p:cNvSpPr>
          <p:nvPr>
            <p:ph type="ctrTitle"/>
          </p:nvPr>
        </p:nvSpPr>
        <p:spPr>
          <a:xfrm>
            <a:off x="516509" y="245702"/>
            <a:ext cx="9059217" cy="474489"/>
          </a:xfrm>
        </p:spPr>
        <p:txBody>
          <a:bodyPr/>
          <a:lstStyle/>
          <a:p>
            <a:r>
              <a:rPr lang="en-US">
                <a:latin typeface="+mn-lt"/>
              </a:rPr>
              <a:t>ER Diagram</a:t>
            </a:r>
            <a:endParaRPr lang="en-SG">
              <a:latin typeface="+mn-lt"/>
            </a:endParaRPr>
          </a:p>
        </p:txBody>
      </p:sp>
      <p:pic>
        <p:nvPicPr>
          <p:cNvPr id="3" name="Picture 2" descr="A screenshot of a computer&#10;&#10;AI-generated content may be incorrect.">
            <a:extLst>
              <a:ext uri="{FF2B5EF4-FFF2-40B4-BE49-F238E27FC236}">
                <a16:creationId xmlns:a16="http://schemas.microsoft.com/office/drawing/2014/main" id="{F77A8E77-7C6B-58D8-866B-A67E6B6EB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050" y="1214437"/>
            <a:ext cx="11391900" cy="4429125"/>
          </a:xfrm>
          <a:prstGeom prst="rect">
            <a:avLst/>
          </a:prstGeom>
        </p:spPr>
      </p:pic>
    </p:spTree>
    <p:extLst>
      <p:ext uri="{BB962C8B-B14F-4D97-AF65-F5344CB8AC3E}">
        <p14:creationId xmlns:p14="http://schemas.microsoft.com/office/powerpoint/2010/main" val="232685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1408</Words>
  <Application>Microsoft Macintosh PowerPoint</Application>
  <PresentationFormat>Widescreen</PresentationFormat>
  <Paragraphs>254</Paragraphs>
  <Slides>17</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Inter</vt:lpstr>
      <vt:lpstr>Aptos</vt:lpstr>
      <vt:lpstr>Aptos Display</vt:lpstr>
      <vt:lpstr>Arial</vt:lpstr>
      <vt:lpstr>Courier New</vt:lpstr>
      <vt:lpstr>Microsoft Sans Serif</vt:lpstr>
      <vt:lpstr>Times New Roman</vt:lpstr>
      <vt:lpstr>Wingdings</vt:lpstr>
      <vt:lpstr>Office Theme</vt:lpstr>
      <vt:lpstr>Engineer Data for Business Insights Team 06 – JinHui, Jeremy Gan</vt:lpstr>
      <vt:lpstr>Background</vt:lpstr>
      <vt:lpstr>Pain Points</vt:lpstr>
      <vt:lpstr>Problem Statement</vt:lpstr>
      <vt:lpstr>Success Metrics</vt:lpstr>
      <vt:lpstr>Process Flow Chart</vt:lpstr>
      <vt:lpstr>Data Process Flow Chart</vt:lpstr>
      <vt:lpstr>Detailed Step Process Flow Chart</vt:lpstr>
      <vt:lpstr>🌦️ Singapore Weather AI </vt:lpstr>
      <vt:lpstr>Feather 1 – Data Ingestion &amp; Processing</vt:lpstr>
      <vt:lpstr>Feather 2 – Deep Learning Fusion Model</vt:lpstr>
      <vt:lpstr>Feather 3 – Automated Training System</vt:lpstr>
      <vt:lpstr>Feather 4 – Prediction API Service</vt:lpstr>
      <vt:lpstr>Feature 5 – Frontend Application </vt:lpstr>
      <vt:lpstr>Feature 6 – Monitoring Dashboard </vt:lpstr>
      <vt:lpstr>Feature 7 – Operational  </vt:lpstr>
      <vt:lpstr>ER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GAN (NEA)</dc:creator>
  <cp:lastModifiedBy>Jin Hui</cp:lastModifiedBy>
  <cp:revision>9</cp:revision>
  <dcterms:created xsi:type="dcterms:W3CDTF">2026-01-27T02:34:01Z</dcterms:created>
  <dcterms:modified xsi:type="dcterms:W3CDTF">2026-02-08T05:21:41Z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4803508-8490-4252-b331-d9b72689e942_Enabled">
    <vt:lpwstr>true</vt:lpwstr>
  </property>
  <property fmtid="{D5CDD505-2E9C-101B-9397-08002B2CF9AE}" pid="3" name="MSIP_Label_54803508-8490-4252-b331-d9b72689e942_SetDate">
    <vt:lpwstr>2026-01-27T02:36:31Z</vt:lpwstr>
  </property>
  <property fmtid="{D5CDD505-2E9C-101B-9397-08002B2CF9AE}" pid="4" name="MSIP_Label_54803508-8490-4252-b331-d9b72689e942_Method">
    <vt:lpwstr>Privileged</vt:lpwstr>
  </property>
  <property fmtid="{D5CDD505-2E9C-101B-9397-08002B2CF9AE}" pid="5" name="MSIP_Label_54803508-8490-4252-b331-d9b72689e942_Name">
    <vt:lpwstr>Non Sensitive_0</vt:lpwstr>
  </property>
  <property fmtid="{D5CDD505-2E9C-101B-9397-08002B2CF9AE}" pid="6" name="MSIP_Label_54803508-8490-4252-b331-d9b72689e942_SiteId">
    <vt:lpwstr>0b11c524-9a1c-4e1b-84cb-6336aefc2243</vt:lpwstr>
  </property>
  <property fmtid="{D5CDD505-2E9C-101B-9397-08002B2CF9AE}" pid="7" name="MSIP_Label_54803508-8490-4252-b331-d9b72689e942_ActionId">
    <vt:lpwstr>77388444-7d3c-49f4-bdff-060ba10dd02e</vt:lpwstr>
  </property>
  <property fmtid="{D5CDD505-2E9C-101B-9397-08002B2CF9AE}" pid="8" name="MSIP_Label_54803508-8490-4252-b331-d9b72689e942_ContentBits">
    <vt:lpwstr>0</vt:lpwstr>
  </property>
  <property fmtid="{D5CDD505-2E9C-101B-9397-08002B2CF9AE}" pid="9" name="MSIP_Label_54803508-8490-4252-b331-d9b72689e942_Tag">
    <vt:lpwstr>10, 0, 1, 1</vt:lpwstr>
  </property>
</Properties>
</file>